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3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5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1" r:id="rId11"/>
    <p:sldId id="265" r:id="rId15"/>
    <p:sldId id="267" r:id="rId17"/>
  </p:sldIdLst>
  <p:sldSz cx="18288000" cy="10287000"/>
  <p:notesSz cx="6858000" cy="9144000"/>
  <p:embeddedFontLst>
    <p:embeddedFont>
      <p:font typeface="Neue Montreal Medium" charset="1" panose="00000400000000000000"/>
      <p:regular r:id="rId18"/>
    </p:embeddedFont>
    <p:embeddedFont>
      <p:font typeface="Neue Montreal Bold" charset="1" panose="00000400000000000000"/>
      <p:regular r:id="rId19"/>
    </p:embeddedFont>
    <p:embeddedFont>
      <p:font typeface="Neue Montreal" charset="1" panose="00000400000000000000"/>
      <p:regular r:id="rId20"/>
    </p:embeddedFont>
    <p:embeddedFont>
      <p:font typeface="Neue Montreal Medium Italics" charset="1" panose="000004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1" Type="http://schemas.openxmlformats.org/officeDocument/2006/relationships/slide" Target="slides/slide6.xml"/><Relationship Id="rId15" Type="http://schemas.openxmlformats.org/officeDocument/2006/relationships/slide" Target="slides/slide10.xml"/><Relationship Id="rId17" Type="http://schemas.openxmlformats.org/officeDocument/2006/relationships/slide" Target="slides/slide12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11.png"/><Relationship Id="rId11" Type="http://schemas.openxmlformats.org/officeDocument/2006/relationships/image" Target="../media/image12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17.png"/><Relationship Id="rId7" Type="http://schemas.openxmlformats.org/officeDocument/2006/relationships/image" Target="../media/image18.svg"/><Relationship Id="rId8" Type="http://schemas.openxmlformats.org/officeDocument/2006/relationships/image" Target="../media/image19.png"/><Relationship Id="rId9" Type="http://schemas.openxmlformats.org/officeDocument/2006/relationships/image" Target="../media/image20.svg"/><Relationship Id="rId10" Type="http://schemas.openxmlformats.org/officeDocument/2006/relationships/image" Target="../media/image21.png"/><Relationship Id="rId11" Type="http://schemas.openxmlformats.org/officeDocument/2006/relationships/image" Target="../media/image22.svg"/><Relationship Id="rId12" Type="http://schemas.openxmlformats.org/officeDocument/2006/relationships/image" Target="../media/image23.png"/><Relationship Id="rId13" Type="http://schemas.openxmlformats.org/officeDocument/2006/relationships/image" Target="../media/image24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7" Type="http://schemas.openxmlformats.org/officeDocument/2006/relationships/image" Target="../media/image33.png"/><Relationship Id="rId8" Type="http://schemas.openxmlformats.org/officeDocument/2006/relationships/image" Target="../media/image34.svg"/><Relationship Id="rId9" Type="http://schemas.openxmlformats.org/officeDocument/2006/relationships/image" Target="../media/image35.png"/><Relationship Id="rId10" Type="http://schemas.openxmlformats.org/officeDocument/2006/relationships/image" Target="../media/image36.svg"/><Relationship Id="rId11" Type="http://schemas.openxmlformats.org/officeDocument/2006/relationships/image" Target="../media/image37.png"/><Relationship Id="rId12" Type="http://schemas.openxmlformats.org/officeDocument/2006/relationships/image" Target="../media/image38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544658">
            <a:off x="3310848" y="-9099481"/>
            <a:ext cx="13448288" cy="13414668"/>
          </a:xfrm>
          <a:custGeom>
            <a:avLst/>
            <a:gdLst/>
            <a:ahLst/>
            <a:cxnLst/>
            <a:rect r="r" b="b" t="t" l="l"/>
            <a:pathLst>
              <a:path h="13414668" w="13448288">
                <a:moveTo>
                  <a:pt x="0" y="0"/>
                </a:moveTo>
                <a:lnTo>
                  <a:pt x="13448289" y="0"/>
                </a:lnTo>
                <a:lnTo>
                  <a:pt x="13448289" y="13414668"/>
                </a:lnTo>
                <a:lnTo>
                  <a:pt x="0" y="1341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46621">
            <a:off x="-498788" y="8055066"/>
            <a:ext cx="7762300" cy="7742895"/>
          </a:xfrm>
          <a:custGeom>
            <a:avLst/>
            <a:gdLst/>
            <a:ahLst/>
            <a:cxnLst/>
            <a:rect r="r" b="b" t="t" l="l"/>
            <a:pathLst>
              <a:path h="7742895" w="7762300">
                <a:moveTo>
                  <a:pt x="0" y="0"/>
                </a:moveTo>
                <a:lnTo>
                  <a:pt x="7762301" y="0"/>
                </a:lnTo>
                <a:lnTo>
                  <a:pt x="7762301" y="7742895"/>
                </a:lnTo>
                <a:lnTo>
                  <a:pt x="0" y="7742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46958" y="2677489"/>
            <a:ext cx="16613209" cy="386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1"/>
              </a:lnSpc>
              <a:spcBef>
                <a:spcPct val="0"/>
              </a:spcBef>
            </a:pPr>
            <a:r>
              <a:rPr lang="en-US" b="true" sz="22501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Pitch Deck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46958" y="564604"/>
            <a:ext cx="392180" cy="392180"/>
          </a:xfrm>
          <a:custGeom>
            <a:avLst/>
            <a:gdLst/>
            <a:ahLst/>
            <a:cxnLst/>
            <a:rect r="r" b="b" t="t" l="l"/>
            <a:pathLst>
              <a:path h="392180" w="392180">
                <a:moveTo>
                  <a:pt x="0" y="0"/>
                </a:moveTo>
                <a:lnTo>
                  <a:pt x="392180" y="0"/>
                </a:lnTo>
                <a:lnTo>
                  <a:pt x="392180" y="392180"/>
                </a:lnTo>
                <a:lnTo>
                  <a:pt x="0" y="3921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151704" y="472575"/>
            <a:ext cx="1313235" cy="484176"/>
            <a:chOff x="0" y="0"/>
            <a:chExt cx="345873" cy="127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873" cy="127520"/>
            </a:xfrm>
            <a:custGeom>
              <a:avLst/>
              <a:gdLst/>
              <a:ahLst/>
              <a:cxnLst/>
              <a:rect r="r" b="b" t="t" l="l"/>
              <a:pathLst>
                <a:path h="127520" w="345873">
                  <a:moveTo>
                    <a:pt x="63760" y="0"/>
                  </a:moveTo>
                  <a:lnTo>
                    <a:pt x="282113" y="0"/>
                  </a:lnTo>
                  <a:cubicBezTo>
                    <a:pt x="317326" y="0"/>
                    <a:pt x="345873" y="28546"/>
                    <a:pt x="345873" y="63760"/>
                  </a:cubicBezTo>
                  <a:lnTo>
                    <a:pt x="345873" y="63760"/>
                  </a:lnTo>
                  <a:cubicBezTo>
                    <a:pt x="345873" y="80670"/>
                    <a:pt x="339155" y="96887"/>
                    <a:pt x="327198" y="108845"/>
                  </a:cubicBezTo>
                  <a:cubicBezTo>
                    <a:pt x="315241" y="120802"/>
                    <a:pt x="299023" y="127520"/>
                    <a:pt x="282113" y="127520"/>
                  </a:cubicBezTo>
                  <a:lnTo>
                    <a:pt x="63760" y="127520"/>
                  </a:lnTo>
                  <a:cubicBezTo>
                    <a:pt x="28546" y="127520"/>
                    <a:pt x="0" y="98973"/>
                    <a:pt x="0" y="63760"/>
                  </a:cubicBezTo>
                  <a:lnTo>
                    <a:pt x="0" y="63760"/>
                  </a:lnTo>
                  <a:cubicBezTo>
                    <a:pt x="0" y="28546"/>
                    <a:pt x="28546" y="0"/>
                    <a:pt x="63760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45873" cy="16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 spc="18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2035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946958" y="8269795"/>
            <a:ext cx="14204746" cy="0"/>
          </a:xfrm>
          <a:prstGeom prst="line">
            <a:avLst/>
          </a:prstGeom>
          <a:ln cap="rnd" w="95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946958" y="2436172"/>
            <a:ext cx="6030848" cy="679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39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Welcome to Wardiere Inc.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6958" y="6760852"/>
            <a:ext cx="2666751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2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Presented by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47027" y="562273"/>
            <a:ext cx="7087065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Salford &amp; Co.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6958" y="7187307"/>
            <a:ext cx="4870810" cy="40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 spc="24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Adeline Palmerston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6958" y="8908401"/>
            <a:ext cx="1602066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Date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14999" y="8908401"/>
            <a:ext cx="1602066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Website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38511" y="8908401"/>
            <a:ext cx="1602066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E-mail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6958" y="9264883"/>
            <a:ext cx="3015424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22 December 2035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14999" y="9264883"/>
            <a:ext cx="3335060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www.reallygreatsite.com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38511" y="9264883"/>
            <a:ext cx="3587253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hello@reallygreatsite.com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11672" y="2432439"/>
            <a:ext cx="5521245" cy="2711061"/>
            <a:chOff x="0" y="0"/>
            <a:chExt cx="855385" cy="420014"/>
          </a:xfrm>
        </p:grpSpPr>
      </p:grpSp>
      <p:sp>
        <p:nvSpPr>
          <p:cNvPr name="Freeform 4" id="4"/>
          <p:cNvSpPr/>
          <p:nvPr/>
        </p:nvSpPr>
        <p:spPr>
          <a:xfrm flipH="false" flipV="false" rot="0">
            <a:off x="942844" y="564604"/>
            <a:ext cx="392180" cy="392180"/>
          </a:xfrm>
          <a:custGeom>
            <a:avLst/>
            <a:gdLst/>
            <a:ahLst/>
            <a:cxnLst/>
            <a:rect r="r" b="b" t="t" l="l"/>
            <a:pathLst>
              <a:path h="392180" w="392180">
                <a:moveTo>
                  <a:pt x="0" y="0"/>
                </a:moveTo>
                <a:lnTo>
                  <a:pt x="392181" y="0"/>
                </a:lnTo>
                <a:lnTo>
                  <a:pt x="392181" y="392180"/>
                </a:lnTo>
                <a:lnTo>
                  <a:pt x="0" y="3921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42844" y="4502981"/>
            <a:ext cx="9673163" cy="341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5"/>
              </a:lnSpc>
            </a:pPr>
            <a:r>
              <a:rPr lang="en-US" sz="12500" b="true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</a:t>
            </a:r>
            <a:r>
              <a:rPr lang="en-US" sz="12500" b="true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he Problem</a:t>
            </a:r>
          </a:p>
          <a:p>
            <a:pPr algn="l">
              <a:lnSpc>
                <a:spcPts val="13125"/>
              </a:lnSpc>
            </a:pPr>
            <a:r>
              <a:rPr lang="en-US" sz="12500" b="true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We Solve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82414" y="9340399"/>
            <a:ext cx="450503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F5F5F5"/>
                </a:solidFill>
                <a:latin typeface="Neue Montreal"/>
                <a:ea typeface="Neue Montreal"/>
                <a:cs typeface="Neue Montreal"/>
                <a:sym typeface="Neue Montreal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2844" y="9340399"/>
            <a:ext cx="2945600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F5F5F5"/>
                </a:solidFill>
                <a:latin typeface="Neue Montreal"/>
                <a:ea typeface="Neue Montreal"/>
                <a:cs typeface="Neue Montreal"/>
                <a:sym typeface="Neue Montreal"/>
              </a:rPr>
              <a:t>www.reallygreatsite.com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2914" y="562273"/>
            <a:ext cx="7087065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Salford &amp; Co.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000338" y="6075135"/>
            <a:ext cx="5332579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0" b="true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Today’s businesses struggle with fragmented communication, inconsistent workflows, and lack of real-time collaboration tools. Teams often work in silos, which leads to inefficiencies, misalignment, and missed opportunities.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3450" y="4185835"/>
            <a:ext cx="5332579" cy="4638561"/>
            <a:chOff x="0" y="0"/>
            <a:chExt cx="1404465" cy="12216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4465" cy="1221679"/>
            </a:xfrm>
            <a:custGeom>
              <a:avLst/>
              <a:gdLst/>
              <a:ahLst/>
              <a:cxnLst/>
              <a:rect r="r" b="b" t="t" l="l"/>
              <a:pathLst>
                <a:path h="1221679" w="1404465">
                  <a:moveTo>
                    <a:pt x="72591" y="0"/>
                  </a:moveTo>
                  <a:lnTo>
                    <a:pt x="1331875" y="0"/>
                  </a:lnTo>
                  <a:cubicBezTo>
                    <a:pt x="1371965" y="0"/>
                    <a:pt x="1404465" y="32500"/>
                    <a:pt x="1404465" y="72591"/>
                  </a:cubicBezTo>
                  <a:lnTo>
                    <a:pt x="1404465" y="1149088"/>
                  </a:lnTo>
                  <a:cubicBezTo>
                    <a:pt x="1404465" y="1189179"/>
                    <a:pt x="1371965" y="1221679"/>
                    <a:pt x="1331875" y="1221679"/>
                  </a:cubicBezTo>
                  <a:lnTo>
                    <a:pt x="72591" y="1221679"/>
                  </a:lnTo>
                  <a:cubicBezTo>
                    <a:pt x="32500" y="1221679"/>
                    <a:pt x="0" y="1189179"/>
                    <a:pt x="0" y="1149088"/>
                  </a:cubicBezTo>
                  <a:lnTo>
                    <a:pt x="0" y="72591"/>
                  </a:lnTo>
                  <a:cubicBezTo>
                    <a:pt x="0" y="32500"/>
                    <a:pt x="32500" y="0"/>
                    <a:pt x="72591" y="0"/>
                  </a:cubicBezTo>
                  <a:close/>
                </a:path>
              </a:pathLst>
            </a:custGeom>
            <a:solidFill>
              <a:srgbClr val="0077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04465" cy="1259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77710" y="4185835"/>
            <a:ext cx="5332579" cy="4638561"/>
            <a:chOff x="0" y="0"/>
            <a:chExt cx="1404465" cy="12216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04465" cy="1221679"/>
            </a:xfrm>
            <a:custGeom>
              <a:avLst/>
              <a:gdLst/>
              <a:ahLst/>
              <a:cxnLst/>
              <a:rect r="r" b="b" t="t" l="l"/>
              <a:pathLst>
                <a:path h="1221679" w="1404465">
                  <a:moveTo>
                    <a:pt x="72591" y="0"/>
                  </a:moveTo>
                  <a:lnTo>
                    <a:pt x="1331875" y="0"/>
                  </a:lnTo>
                  <a:cubicBezTo>
                    <a:pt x="1371965" y="0"/>
                    <a:pt x="1404465" y="32500"/>
                    <a:pt x="1404465" y="72591"/>
                  </a:cubicBezTo>
                  <a:lnTo>
                    <a:pt x="1404465" y="1149088"/>
                  </a:lnTo>
                  <a:cubicBezTo>
                    <a:pt x="1404465" y="1189179"/>
                    <a:pt x="1371965" y="1221679"/>
                    <a:pt x="1331875" y="1221679"/>
                  </a:cubicBezTo>
                  <a:lnTo>
                    <a:pt x="72591" y="1221679"/>
                  </a:lnTo>
                  <a:cubicBezTo>
                    <a:pt x="32500" y="1221679"/>
                    <a:pt x="0" y="1189179"/>
                    <a:pt x="0" y="1149088"/>
                  </a:cubicBezTo>
                  <a:lnTo>
                    <a:pt x="0" y="72591"/>
                  </a:lnTo>
                  <a:cubicBezTo>
                    <a:pt x="0" y="32500"/>
                    <a:pt x="32500" y="0"/>
                    <a:pt x="72591" y="0"/>
                  </a:cubicBez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04465" cy="1259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19840" y="4185835"/>
            <a:ext cx="5332579" cy="4638561"/>
            <a:chOff x="0" y="0"/>
            <a:chExt cx="1404465" cy="12216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04465" cy="1221679"/>
            </a:xfrm>
            <a:custGeom>
              <a:avLst/>
              <a:gdLst/>
              <a:ahLst/>
              <a:cxnLst/>
              <a:rect r="r" b="b" t="t" l="l"/>
              <a:pathLst>
                <a:path h="1221679" w="1404465">
                  <a:moveTo>
                    <a:pt x="72591" y="0"/>
                  </a:moveTo>
                  <a:lnTo>
                    <a:pt x="1331875" y="0"/>
                  </a:lnTo>
                  <a:cubicBezTo>
                    <a:pt x="1371965" y="0"/>
                    <a:pt x="1404465" y="32500"/>
                    <a:pt x="1404465" y="72591"/>
                  </a:cubicBezTo>
                  <a:lnTo>
                    <a:pt x="1404465" y="1149088"/>
                  </a:lnTo>
                  <a:cubicBezTo>
                    <a:pt x="1404465" y="1189179"/>
                    <a:pt x="1371965" y="1221679"/>
                    <a:pt x="1331875" y="1221679"/>
                  </a:cubicBezTo>
                  <a:lnTo>
                    <a:pt x="72591" y="1221679"/>
                  </a:lnTo>
                  <a:cubicBezTo>
                    <a:pt x="32500" y="1221679"/>
                    <a:pt x="0" y="1189179"/>
                    <a:pt x="0" y="1149088"/>
                  </a:cubicBezTo>
                  <a:lnTo>
                    <a:pt x="0" y="72591"/>
                  </a:lnTo>
                  <a:cubicBezTo>
                    <a:pt x="0" y="32500"/>
                    <a:pt x="32500" y="0"/>
                    <a:pt x="72591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04465" cy="1259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46958" y="564604"/>
            <a:ext cx="392180" cy="392180"/>
          </a:xfrm>
          <a:custGeom>
            <a:avLst/>
            <a:gdLst/>
            <a:ahLst/>
            <a:cxnLst/>
            <a:rect r="r" b="b" t="t" l="l"/>
            <a:pathLst>
              <a:path h="392180" w="392180">
                <a:moveTo>
                  <a:pt x="0" y="0"/>
                </a:moveTo>
                <a:lnTo>
                  <a:pt x="392180" y="0"/>
                </a:lnTo>
                <a:lnTo>
                  <a:pt x="392180" y="392180"/>
                </a:lnTo>
                <a:lnTo>
                  <a:pt x="0" y="392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33450" y="1471591"/>
            <a:ext cx="10589798" cy="244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b="true">
                <a:solidFill>
                  <a:srgbClr val="333333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W</a:t>
            </a:r>
            <a:r>
              <a:rPr lang="en-US" sz="9000" b="true">
                <a:solidFill>
                  <a:srgbClr val="333333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hat’s Broken in Today’s Market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3020" y="4581524"/>
            <a:ext cx="3509929" cy="1247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b="true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01.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18929" y="4581526"/>
            <a:ext cx="3509929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b="true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02.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61058" y="4581526"/>
            <a:ext cx="3509929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b="true">
                <a:solidFill>
                  <a:srgbClr val="231F2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03.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3020" y="7169803"/>
            <a:ext cx="4513438" cy="9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8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Most platforms fail to connect team goals with broader business outcomes, resulting in wasted effort and confusion.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18929" y="7169803"/>
            <a:ext cx="4513438" cy="9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8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Disconnected tools make it hard for teams to maintain a consistent brand identity across channels and touchpoints.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61058" y="7169803"/>
            <a:ext cx="4513438" cy="9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8">
                <a:solidFill>
                  <a:srgbClr val="231F2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Manual tracking and redundant workflows reduce productivity and delay project execution.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882414" y="9340399"/>
            <a:ext cx="450503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2844" y="9340399"/>
            <a:ext cx="2945600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www.reallygreatsite.com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47027" y="562273"/>
            <a:ext cx="7087065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Salford &amp; Co.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3020" y="5945652"/>
            <a:ext cx="4020208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 spc="26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Lack of Strategic Alignment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18929" y="5945652"/>
            <a:ext cx="4020208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spc="26" b="true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Weak Brand</a:t>
            </a:r>
          </a:p>
          <a:p>
            <a:pPr algn="l">
              <a:lnSpc>
                <a:spcPts val="3640"/>
              </a:lnSpc>
            </a:pPr>
            <a:r>
              <a:rPr lang="en-US" b="true" sz="2600" spc="26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Consistency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61058" y="5945652"/>
            <a:ext cx="4020208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 spc="26">
                <a:solidFill>
                  <a:srgbClr val="231F2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Inefficient Task Management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6958" y="564604"/>
            <a:ext cx="392180" cy="392180"/>
          </a:xfrm>
          <a:custGeom>
            <a:avLst/>
            <a:gdLst/>
            <a:ahLst/>
            <a:cxnLst/>
            <a:rect r="r" b="b" t="t" l="l"/>
            <a:pathLst>
              <a:path h="392180" w="392180">
                <a:moveTo>
                  <a:pt x="0" y="0"/>
                </a:moveTo>
                <a:lnTo>
                  <a:pt x="392180" y="0"/>
                </a:lnTo>
                <a:lnTo>
                  <a:pt x="392180" y="392180"/>
                </a:lnTo>
                <a:lnTo>
                  <a:pt x="0" y="392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47027" y="562273"/>
            <a:ext cx="7087065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Salford &amp; Co.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82414" y="9340399"/>
            <a:ext cx="450503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2844" y="9340399"/>
            <a:ext cx="2945600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www.reallygreatsite.com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3450" y="1471591"/>
            <a:ext cx="10589798" cy="244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b="true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Our Solu</a:t>
            </a:r>
            <a:r>
              <a:rPr lang="en-US" sz="9000" b="true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tion, Reimagined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3450" y="4185835"/>
            <a:ext cx="5332579" cy="4638561"/>
            <a:chOff x="0" y="0"/>
            <a:chExt cx="1404465" cy="12216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04465" cy="1221679"/>
            </a:xfrm>
            <a:custGeom>
              <a:avLst/>
              <a:gdLst/>
              <a:ahLst/>
              <a:cxnLst/>
              <a:rect r="r" b="b" t="t" l="l"/>
              <a:pathLst>
                <a:path h="1221679" w="1404465">
                  <a:moveTo>
                    <a:pt x="72591" y="0"/>
                  </a:moveTo>
                  <a:lnTo>
                    <a:pt x="1331875" y="0"/>
                  </a:lnTo>
                  <a:cubicBezTo>
                    <a:pt x="1371965" y="0"/>
                    <a:pt x="1404465" y="32500"/>
                    <a:pt x="1404465" y="72591"/>
                  </a:cubicBezTo>
                  <a:lnTo>
                    <a:pt x="1404465" y="1149088"/>
                  </a:lnTo>
                  <a:cubicBezTo>
                    <a:pt x="1404465" y="1189179"/>
                    <a:pt x="1371965" y="1221679"/>
                    <a:pt x="1331875" y="1221679"/>
                  </a:cubicBezTo>
                  <a:lnTo>
                    <a:pt x="72591" y="1221679"/>
                  </a:lnTo>
                  <a:cubicBezTo>
                    <a:pt x="32500" y="1221679"/>
                    <a:pt x="0" y="1189179"/>
                    <a:pt x="0" y="1149088"/>
                  </a:cubicBezTo>
                  <a:lnTo>
                    <a:pt x="0" y="72591"/>
                  </a:lnTo>
                  <a:cubicBezTo>
                    <a:pt x="0" y="32500"/>
                    <a:pt x="32500" y="0"/>
                    <a:pt x="72591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04465" cy="1259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77710" y="4185835"/>
            <a:ext cx="5332579" cy="4638561"/>
            <a:chOff x="0" y="0"/>
            <a:chExt cx="1404465" cy="12216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04465" cy="1221679"/>
            </a:xfrm>
            <a:custGeom>
              <a:avLst/>
              <a:gdLst/>
              <a:ahLst/>
              <a:cxnLst/>
              <a:rect r="r" b="b" t="t" l="l"/>
              <a:pathLst>
                <a:path h="1221679" w="1404465">
                  <a:moveTo>
                    <a:pt x="72591" y="0"/>
                  </a:moveTo>
                  <a:lnTo>
                    <a:pt x="1331875" y="0"/>
                  </a:lnTo>
                  <a:cubicBezTo>
                    <a:pt x="1371965" y="0"/>
                    <a:pt x="1404465" y="32500"/>
                    <a:pt x="1404465" y="72591"/>
                  </a:cubicBezTo>
                  <a:lnTo>
                    <a:pt x="1404465" y="1149088"/>
                  </a:lnTo>
                  <a:cubicBezTo>
                    <a:pt x="1404465" y="1189179"/>
                    <a:pt x="1371965" y="1221679"/>
                    <a:pt x="1331875" y="1221679"/>
                  </a:cubicBezTo>
                  <a:lnTo>
                    <a:pt x="72591" y="1221679"/>
                  </a:lnTo>
                  <a:cubicBezTo>
                    <a:pt x="32500" y="1221679"/>
                    <a:pt x="0" y="1189179"/>
                    <a:pt x="0" y="1149088"/>
                  </a:cubicBezTo>
                  <a:lnTo>
                    <a:pt x="0" y="72591"/>
                  </a:lnTo>
                  <a:cubicBezTo>
                    <a:pt x="0" y="32500"/>
                    <a:pt x="32500" y="0"/>
                    <a:pt x="72591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04465" cy="1259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019840" y="4185835"/>
            <a:ext cx="5332579" cy="4638561"/>
            <a:chOff x="0" y="0"/>
            <a:chExt cx="1404465" cy="122167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04465" cy="1221679"/>
            </a:xfrm>
            <a:custGeom>
              <a:avLst/>
              <a:gdLst/>
              <a:ahLst/>
              <a:cxnLst/>
              <a:rect r="r" b="b" t="t" l="l"/>
              <a:pathLst>
                <a:path h="1221679" w="1404465">
                  <a:moveTo>
                    <a:pt x="72591" y="0"/>
                  </a:moveTo>
                  <a:lnTo>
                    <a:pt x="1331875" y="0"/>
                  </a:lnTo>
                  <a:cubicBezTo>
                    <a:pt x="1371965" y="0"/>
                    <a:pt x="1404465" y="32500"/>
                    <a:pt x="1404465" y="72591"/>
                  </a:cubicBezTo>
                  <a:lnTo>
                    <a:pt x="1404465" y="1149088"/>
                  </a:lnTo>
                  <a:cubicBezTo>
                    <a:pt x="1404465" y="1189179"/>
                    <a:pt x="1371965" y="1221679"/>
                    <a:pt x="1331875" y="1221679"/>
                  </a:cubicBezTo>
                  <a:lnTo>
                    <a:pt x="72591" y="1221679"/>
                  </a:lnTo>
                  <a:cubicBezTo>
                    <a:pt x="32500" y="1221679"/>
                    <a:pt x="0" y="1189179"/>
                    <a:pt x="0" y="1149088"/>
                  </a:cubicBezTo>
                  <a:lnTo>
                    <a:pt x="0" y="72591"/>
                  </a:lnTo>
                  <a:cubicBezTo>
                    <a:pt x="0" y="32500"/>
                    <a:pt x="32500" y="0"/>
                    <a:pt x="72591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04465" cy="1259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47027" y="6850279"/>
            <a:ext cx="4020208" cy="9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8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All-in-one platform to manage communication, tasks, and collaboration with full visibility.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91288" y="6850279"/>
            <a:ext cx="4020208" cy="9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8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Customizable tools that adapt to your team’s needs — no more one-size-fits-all solutions.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33417" y="6850279"/>
            <a:ext cx="4020208" cy="9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8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Cloud-based platform enabling teams to work securely from anywhere, with region-specific compliance.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47027" y="5660518"/>
            <a:ext cx="4020208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spc="26" b="true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Centralized </a:t>
            </a:r>
          </a:p>
          <a:p>
            <a:pPr algn="l">
              <a:lnSpc>
                <a:spcPts val="3640"/>
              </a:lnSpc>
            </a:pPr>
            <a:r>
              <a:rPr lang="en-US" b="true" sz="2600" spc="26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Workspace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91288" y="5660518"/>
            <a:ext cx="4020208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spc="26" b="true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Modular </a:t>
            </a:r>
          </a:p>
          <a:p>
            <a:pPr algn="l">
              <a:lnSpc>
                <a:spcPts val="3640"/>
              </a:lnSpc>
            </a:pPr>
            <a:r>
              <a:rPr lang="en-US" b="true" sz="2600" spc="26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Integration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33417" y="5660518"/>
            <a:ext cx="4020208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 spc="26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Global Access, Local Control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47027" y="4691314"/>
            <a:ext cx="589860" cy="589860"/>
          </a:xfrm>
          <a:custGeom>
            <a:avLst/>
            <a:gdLst/>
            <a:ahLst/>
            <a:cxnLst/>
            <a:rect r="r" b="b" t="t" l="l"/>
            <a:pathLst>
              <a:path h="589860" w="589860">
                <a:moveTo>
                  <a:pt x="0" y="0"/>
                </a:moveTo>
                <a:lnTo>
                  <a:pt x="589861" y="0"/>
                </a:lnTo>
                <a:lnTo>
                  <a:pt x="589861" y="589860"/>
                </a:lnTo>
                <a:lnTo>
                  <a:pt x="0" y="5898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091288" y="4691314"/>
            <a:ext cx="589860" cy="589860"/>
          </a:xfrm>
          <a:custGeom>
            <a:avLst/>
            <a:gdLst/>
            <a:ahLst/>
            <a:cxnLst/>
            <a:rect r="r" b="b" t="t" l="l"/>
            <a:pathLst>
              <a:path h="589860" w="589860">
                <a:moveTo>
                  <a:pt x="0" y="0"/>
                </a:moveTo>
                <a:lnTo>
                  <a:pt x="589860" y="0"/>
                </a:lnTo>
                <a:lnTo>
                  <a:pt x="589860" y="589860"/>
                </a:lnTo>
                <a:lnTo>
                  <a:pt x="0" y="5898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633417" y="4637864"/>
            <a:ext cx="643310" cy="643310"/>
          </a:xfrm>
          <a:custGeom>
            <a:avLst/>
            <a:gdLst/>
            <a:ahLst/>
            <a:cxnLst/>
            <a:rect r="r" b="b" t="t" l="l"/>
            <a:pathLst>
              <a:path h="643310" w="643310">
                <a:moveTo>
                  <a:pt x="0" y="0"/>
                </a:moveTo>
                <a:lnTo>
                  <a:pt x="643310" y="0"/>
                </a:lnTo>
                <a:lnTo>
                  <a:pt x="643310" y="643310"/>
                </a:lnTo>
                <a:lnTo>
                  <a:pt x="0" y="6433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6958" y="5095875"/>
            <a:ext cx="5332579" cy="1758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“Ou</a:t>
            </a:r>
            <a:r>
              <a:rPr lang="en-US" sz="2000" spc="2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 platform is packed with powerful features designed to streamline your workflow, enhance user engagement, and scale with your business. Each feature is built with simplicity, speed, and impact in mind.”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844" y="1299527"/>
            <a:ext cx="7187877" cy="341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5"/>
              </a:lnSpc>
            </a:pPr>
            <a:r>
              <a:rPr lang="en-US" sz="125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K</a:t>
            </a:r>
            <a:r>
              <a:rPr lang="en-US" sz="125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ey </a:t>
            </a:r>
          </a:p>
          <a:p>
            <a:pPr algn="l">
              <a:lnSpc>
                <a:spcPts val="13125"/>
              </a:lnSpc>
            </a:pPr>
            <a:r>
              <a:rPr lang="en-US" sz="125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Features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46958" y="564604"/>
            <a:ext cx="392180" cy="392180"/>
          </a:xfrm>
          <a:custGeom>
            <a:avLst/>
            <a:gdLst/>
            <a:ahLst/>
            <a:cxnLst/>
            <a:rect r="r" b="b" t="t" l="l"/>
            <a:pathLst>
              <a:path h="392180" w="392180">
                <a:moveTo>
                  <a:pt x="0" y="0"/>
                </a:moveTo>
                <a:lnTo>
                  <a:pt x="392180" y="0"/>
                </a:lnTo>
                <a:lnTo>
                  <a:pt x="392180" y="392180"/>
                </a:lnTo>
                <a:lnTo>
                  <a:pt x="0" y="392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91450" y="5392196"/>
            <a:ext cx="656558" cy="596647"/>
          </a:xfrm>
          <a:custGeom>
            <a:avLst/>
            <a:gdLst/>
            <a:ahLst/>
            <a:cxnLst/>
            <a:rect r="r" b="b" t="t" l="l"/>
            <a:pathLst>
              <a:path h="596647" w="656558">
                <a:moveTo>
                  <a:pt x="0" y="0"/>
                </a:moveTo>
                <a:lnTo>
                  <a:pt x="656558" y="0"/>
                </a:lnTo>
                <a:lnTo>
                  <a:pt x="656558" y="596646"/>
                </a:lnTo>
                <a:lnTo>
                  <a:pt x="0" y="5966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38944" y="5441377"/>
            <a:ext cx="723752" cy="572669"/>
          </a:xfrm>
          <a:custGeom>
            <a:avLst/>
            <a:gdLst/>
            <a:ahLst/>
            <a:cxnLst/>
            <a:rect r="r" b="b" t="t" l="l"/>
            <a:pathLst>
              <a:path h="572669" w="723752">
                <a:moveTo>
                  <a:pt x="0" y="0"/>
                </a:moveTo>
                <a:lnTo>
                  <a:pt x="723752" y="0"/>
                </a:lnTo>
                <a:lnTo>
                  <a:pt x="723752" y="572669"/>
                </a:lnTo>
                <a:lnTo>
                  <a:pt x="0" y="5726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291450" y="1253158"/>
            <a:ext cx="717540" cy="717540"/>
          </a:xfrm>
          <a:custGeom>
            <a:avLst/>
            <a:gdLst/>
            <a:ahLst/>
            <a:cxnLst/>
            <a:rect r="r" b="b" t="t" l="l"/>
            <a:pathLst>
              <a:path h="717540" w="717540">
                <a:moveTo>
                  <a:pt x="0" y="0"/>
                </a:moveTo>
                <a:lnTo>
                  <a:pt x="717540" y="0"/>
                </a:lnTo>
                <a:lnTo>
                  <a:pt x="717540" y="717540"/>
                </a:lnTo>
                <a:lnTo>
                  <a:pt x="0" y="7175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47027" y="562273"/>
            <a:ext cx="7087065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Salford &amp; Co.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82414" y="9340399"/>
            <a:ext cx="450503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06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2844" y="9340399"/>
            <a:ext cx="2945600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www.reallygreatsite.com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338944" y="1470029"/>
            <a:ext cx="751473" cy="500669"/>
          </a:xfrm>
          <a:custGeom>
            <a:avLst/>
            <a:gdLst/>
            <a:ahLst/>
            <a:cxnLst/>
            <a:rect r="r" b="b" t="t" l="l"/>
            <a:pathLst>
              <a:path h="500669" w="751473">
                <a:moveTo>
                  <a:pt x="0" y="0"/>
                </a:moveTo>
                <a:lnTo>
                  <a:pt x="751473" y="0"/>
                </a:lnTo>
                <a:lnTo>
                  <a:pt x="751473" y="500669"/>
                </a:lnTo>
                <a:lnTo>
                  <a:pt x="0" y="5006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338944" y="3145443"/>
            <a:ext cx="4020208" cy="6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Re</a:t>
            </a: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al-time editing, comments, and task updates across departments.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38944" y="2094523"/>
            <a:ext cx="402020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 spc="2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</a:t>
            </a:r>
            <a:r>
              <a:rPr lang="en-US" b="true" sz="2600" spc="2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eamless Collaboration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91450" y="3145443"/>
            <a:ext cx="4020208" cy="9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B</a:t>
            </a: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uilt-in chat, voice, and notification system keeps everyone aligned.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3291450" y="2094523"/>
            <a:ext cx="4020208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 spc="2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Sma</a:t>
            </a:r>
            <a:r>
              <a:rPr lang="en-US" b="true" sz="2600" spc="2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rt Communication Tools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38944" y="7188791"/>
            <a:ext cx="4020208" cy="9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</a:t>
            </a: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utomatic saving and synchronization across devices and teams.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8338944" y="6137871"/>
            <a:ext cx="402020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 spc="2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Cl</a:t>
            </a:r>
            <a:r>
              <a:rPr lang="en-US" b="true" sz="2600" spc="2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oud Sync &amp; Backup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91450" y="7188791"/>
            <a:ext cx="4020208" cy="6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</a:t>
            </a: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rag-and-drop automation for routine tasks, saving time and effort.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91450" y="6137871"/>
            <a:ext cx="402020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 spc="2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W</a:t>
            </a:r>
            <a:r>
              <a:rPr lang="en-US" b="true" sz="2600" spc="2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orkflow Automation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6958" y="564604"/>
            <a:ext cx="392180" cy="392180"/>
          </a:xfrm>
          <a:custGeom>
            <a:avLst/>
            <a:gdLst/>
            <a:ahLst/>
            <a:cxnLst/>
            <a:rect r="r" b="b" t="t" l="l"/>
            <a:pathLst>
              <a:path h="392180" w="392180">
                <a:moveTo>
                  <a:pt x="0" y="0"/>
                </a:moveTo>
                <a:lnTo>
                  <a:pt x="392180" y="0"/>
                </a:lnTo>
                <a:lnTo>
                  <a:pt x="392180" y="392180"/>
                </a:lnTo>
                <a:lnTo>
                  <a:pt x="0" y="392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000338" y="3893249"/>
            <a:ext cx="824552" cy="824552"/>
            <a:chOff x="0" y="0"/>
            <a:chExt cx="217166" cy="2171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166" cy="217166"/>
            </a:xfrm>
            <a:custGeom>
              <a:avLst/>
              <a:gdLst/>
              <a:ahLst/>
              <a:cxnLst/>
              <a:rect r="r" b="b" t="t" l="l"/>
              <a:pathLst>
                <a:path h="217166" w="217166">
                  <a:moveTo>
                    <a:pt x="108583" y="0"/>
                  </a:moveTo>
                  <a:lnTo>
                    <a:pt x="108583" y="0"/>
                  </a:lnTo>
                  <a:cubicBezTo>
                    <a:pt x="137381" y="0"/>
                    <a:pt x="164999" y="11440"/>
                    <a:pt x="185363" y="31803"/>
                  </a:cubicBezTo>
                  <a:cubicBezTo>
                    <a:pt x="205726" y="52166"/>
                    <a:pt x="217166" y="79785"/>
                    <a:pt x="217166" y="108583"/>
                  </a:cubicBezTo>
                  <a:lnTo>
                    <a:pt x="217166" y="108583"/>
                  </a:lnTo>
                  <a:cubicBezTo>
                    <a:pt x="217166" y="137381"/>
                    <a:pt x="205726" y="164999"/>
                    <a:pt x="185363" y="185363"/>
                  </a:cubicBezTo>
                  <a:cubicBezTo>
                    <a:pt x="164999" y="205726"/>
                    <a:pt x="137381" y="217166"/>
                    <a:pt x="108583" y="217166"/>
                  </a:cubicBezTo>
                  <a:lnTo>
                    <a:pt x="108583" y="217166"/>
                  </a:lnTo>
                  <a:cubicBezTo>
                    <a:pt x="79785" y="217166"/>
                    <a:pt x="52166" y="205726"/>
                    <a:pt x="31803" y="185363"/>
                  </a:cubicBezTo>
                  <a:cubicBezTo>
                    <a:pt x="11440" y="164999"/>
                    <a:pt x="0" y="137381"/>
                    <a:pt x="0" y="108583"/>
                  </a:cubicBezTo>
                  <a:lnTo>
                    <a:pt x="0" y="108583"/>
                  </a:lnTo>
                  <a:cubicBezTo>
                    <a:pt x="0" y="79785"/>
                    <a:pt x="11440" y="52166"/>
                    <a:pt x="31803" y="31803"/>
                  </a:cubicBezTo>
                  <a:cubicBezTo>
                    <a:pt x="52166" y="11440"/>
                    <a:pt x="79785" y="0"/>
                    <a:pt x="108583" y="0"/>
                  </a:cubicBezTo>
                  <a:close/>
                </a:path>
              </a:pathLst>
            </a:custGeom>
            <a:solidFill>
              <a:srgbClr val="B2D6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7166" cy="255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00338" y="5519093"/>
            <a:ext cx="824552" cy="824552"/>
            <a:chOff x="0" y="0"/>
            <a:chExt cx="217166" cy="2171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166" cy="217166"/>
            </a:xfrm>
            <a:custGeom>
              <a:avLst/>
              <a:gdLst/>
              <a:ahLst/>
              <a:cxnLst/>
              <a:rect r="r" b="b" t="t" l="l"/>
              <a:pathLst>
                <a:path h="217166" w="217166">
                  <a:moveTo>
                    <a:pt x="108583" y="0"/>
                  </a:moveTo>
                  <a:lnTo>
                    <a:pt x="108583" y="0"/>
                  </a:lnTo>
                  <a:cubicBezTo>
                    <a:pt x="137381" y="0"/>
                    <a:pt x="164999" y="11440"/>
                    <a:pt x="185363" y="31803"/>
                  </a:cubicBezTo>
                  <a:cubicBezTo>
                    <a:pt x="205726" y="52166"/>
                    <a:pt x="217166" y="79785"/>
                    <a:pt x="217166" y="108583"/>
                  </a:cubicBezTo>
                  <a:lnTo>
                    <a:pt x="217166" y="108583"/>
                  </a:lnTo>
                  <a:cubicBezTo>
                    <a:pt x="217166" y="137381"/>
                    <a:pt x="205726" y="164999"/>
                    <a:pt x="185363" y="185363"/>
                  </a:cubicBezTo>
                  <a:cubicBezTo>
                    <a:pt x="164999" y="205726"/>
                    <a:pt x="137381" y="217166"/>
                    <a:pt x="108583" y="217166"/>
                  </a:cubicBezTo>
                  <a:lnTo>
                    <a:pt x="108583" y="217166"/>
                  </a:lnTo>
                  <a:cubicBezTo>
                    <a:pt x="79785" y="217166"/>
                    <a:pt x="52166" y="205726"/>
                    <a:pt x="31803" y="185363"/>
                  </a:cubicBezTo>
                  <a:cubicBezTo>
                    <a:pt x="11440" y="164999"/>
                    <a:pt x="0" y="137381"/>
                    <a:pt x="0" y="108583"/>
                  </a:cubicBezTo>
                  <a:lnTo>
                    <a:pt x="0" y="108583"/>
                  </a:lnTo>
                  <a:cubicBezTo>
                    <a:pt x="0" y="79785"/>
                    <a:pt x="11440" y="52166"/>
                    <a:pt x="31803" y="31803"/>
                  </a:cubicBezTo>
                  <a:cubicBezTo>
                    <a:pt x="52166" y="11440"/>
                    <a:pt x="79785" y="0"/>
                    <a:pt x="108583" y="0"/>
                  </a:cubicBezTo>
                  <a:close/>
                </a:path>
              </a:pathLst>
            </a:custGeom>
            <a:solidFill>
              <a:srgbClr val="67ACF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7166" cy="255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00338" y="7144937"/>
            <a:ext cx="824552" cy="824552"/>
            <a:chOff x="0" y="0"/>
            <a:chExt cx="217166" cy="2171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166" cy="217166"/>
            </a:xfrm>
            <a:custGeom>
              <a:avLst/>
              <a:gdLst/>
              <a:ahLst/>
              <a:cxnLst/>
              <a:rect r="r" b="b" t="t" l="l"/>
              <a:pathLst>
                <a:path h="217166" w="217166">
                  <a:moveTo>
                    <a:pt x="108583" y="0"/>
                  </a:moveTo>
                  <a:lnTo>
                    <a:pt x="108583" y="0"/>
                  </a:lnTo>
                  <a:cubicBezTo>
                    <a:pt x="137381" y="0"/>
                    <a:pt x="164999" y="11440"/>
                    <a:pt x="185363" y="31803"/>
                  </a:cubicBezTo>
                  <a:cubicBezTo>
                    <a:pt x="205726" y="52166"/>
                    <a:pt x="217166" y="79785"/>
                    <a:pt x="217166" y="108583"/>
                  </a:cubicBezTo>
                  <a:lnTo>
                    <a:pt x="217166" y="108583"/>
                  </a:lnTo>
                  <a:cubicBezTo>
                    <a:pt x="217166" y="137381"/>
                    <a:pt x="205726" y="164999"/>
                    <a:pt x="185363" y="185363"/>
                  </a:cubicBezTo>
                  <a:cubicBezTo>
                    <a:pt x="164999" y="205726"/>
                    <a:pt x="137381" y="217166"/>
                    <a:pt x="108583" y="217166"/>
                  </a:cubicBezTo>
                  <a:lnTo>
                    <a:pt x="108583" y="217166"/>
                  </a:lnTo>
                  <a:cubicBezTo>
                    <a:pt x="79785" y="217166"/>
                    <a:pt x="52166" y="205726"/>
                    <a:pt x="31803" y="185363"/>
                  </a:cubicBezTo>
                  <a:cubicBezTo>
                    <a:pt x="11440" y="164999"/>
                    <a:pt x="0" y="137381"/>
                    <a:pt x="0" y="108583"/>
                  </a:cubicBezTo>
                  <a:lnTo>
                    <a:pt x="0" y="108583"/>
                  </a:lnTo>
                  <a:cubicBezTo>
                    <a:pt x="0" y="79785"/>
                    <a:pt x="11440" y="52166"/>
                    <a:pt x="31803" y="31803"/>
                  </a:cubicBezTo>
                  <a:cubicBezTo>
                    <a:pt x="52166" y="11440"/>
                    <a:pt x="79785" y="0"/>
                    <a:pt x="108583" y="0"/>
                  </a:cubicBezTo>
                  <a:close/>
                </a:path>
              </a:pathLst>
            </a:custGeom>
            <a:solidFill>
              <a:srgbClr val="0077F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7166" cy="255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188124" y="4081035"/>
            <a:ext cx="448980" cy="448980"/>
          </a:xfrm>
          <a:custGeom>
            <a:avLst/>
            <a:gdLst/>
            <a:ahLst/>
            <a:cxnLst/>
            <a:rect r="r" b="b" t="t" l="l"/>
            <a:pathLst>
              <a:path h="448980" w="448980">
                <a:moveTo>
                  <a:pt x="0" y="0"/>
                </a:moveTo>
                <a:lnTo>
                  <a:pt x="448980" y="0"/>
                </a:lnTo>
                <a:lnTo>
                  <a:pt x="448980" y="448980"/>
                </a:lnTo>
                <a:lnTo>
                  <a:pt x="0" y="4489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188124" y="5706879"/>
            <a:ext cx="448980" cy="448980"/>
          </a:xfrm>
          <a:custGeom>
            <a:avLst/>
            <a:gdLst/>
            <a:ahLst/>
            <a:cxnLst/>
            <a:rect r="r" b="b" t="t" l="l"/>
            <a:pathLst>
              <a:path h="448980" w="448980">
                <a:moveTo>
                  <a:pt x="0" y="0"/>
                </a:moveTo>
                <a:lnTo>
                  <a:pt x="448980" y="0"/>
                </a:lnTo>
                <a:lnTo>
                  <a:pt x="448980" y="448980"/>
                </a:lnTo>
                <a:lnTo>
                  <a:pt x="0" y="4489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188124" y="7332723"/>
            <a:ext cx="448980" cy="448980"/>
          </a:xfrm>
          <a:custGeom>
            <a:avLst/>
            <a:gdLst/>
            <a:ahLst/>
            <a:cxnLst/>
            <a:rect r="r" b="b" t="t" l="l"/>
            <a:pathLst>
              <a:path h="448980" w="448980">
                <a:moveTo>
                  <a:pt x="0" y="0"/>
                </a:moveTo>
                <a:lnTo>
                  <a:pt x="448980" y="0"/>
                </a:lnTo>
                <a:lnTo>
                  <a:pt x="448980" y="448980"/>
                </a:lnTo>
                <a:lnTo>
                  <a:pt x="0" y="4489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547027" y="562273"/>
            <a:ext cx="7087065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Salford &amp; Co.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882414" y="9340399"/>
            <a:ext cx="450503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10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2844" y="9340399"/>
            <a:ext cx="2945600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www.reallygreatsite.com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3450" y="1471591"/>
            <a:ext cx="10589798" cy="124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b="true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Bus</a:t>
            </a:r>
            <a:r>
              <a:rPr lang="en-US" sz="9000" b="true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iness Model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00338" y="1482745"/>
            <a:ext cx="5332579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0" b="true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Our business model is designed for long-term growth and sustainability, combining multiple revenue streams with scalable solutions that deliver value to both customers and stakeholders.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12709" y="4421964"/>
            <a:ext cx="4020208" cy="6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8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Tiered monthly plans based on user limits and features.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312709" y="3836099"/>
            <a:ext cx="402020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 spc="26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Subscription-Based SaaS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12709" y="6047841"/>
            <a:ext cx="4020208" cy="6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8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Clients pay based on activity volume or API calls.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312709" y="5461943"/>
            <a:ext cx="402020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 spc="26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Usage-Based Billing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12709" y="7673685"/>
            <a:ext cx="4020208" cy="6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8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Tailored pricing for large clients with dedicated support.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312709" y="7087787"/>
            <a:ext cx="4020208" cy="44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 spc="26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Model 3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382152"/>
            <a:chOff x="0" y="0"/>
            <a:chExt cx="2833290" cy="678910"/>
          </a:xfrm>
        </p:grpSpPr>
      </p:grpSp>
      <p:sp>
        <p:nvSpPr>
          <p:cNvPr name="Freeform 4" id="4"/>
          <p:cNvSpPr/>
          <p:nvPr/>
        </p:nvSpPr>
        <p:spPr>
          <a:xfrm flipH="false" flipV="false" rot="0">
            <a:off x="946958" y="564604"/>
            <a:ext cx="392180" cy="392180"/>
          </a:xfrm>
          <a:custGeom>
            <a:avLst/>
            <a:gdLst/>
            <a:ahLst/>
            <a:cxnLst/>
            <a:rect r="r" b="b" t="t" l="l"/>
            <a:pathLst>
              <a:path h="392180" w="392180">
                <a:moveTo>
                  <a:pt x="0" y="0"/>
                </a:moveTo>
                <a:lnTo>
                  <a:pt x="392180" y="0"/>
                </a:lnTo>
                <a:lnTo>
                  <a:pt x="392180" y="392180"/>
                </a:lnTo>
                <a:lnTo>
                  <a:pt x="0" y="3921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33450" y="4113940"/>
            <a:ext cx="2188176" cy="568479"/>
            <a:chOff x="0" y="0"/>
            <a:chExt cx="576310" cy="1497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6310" cy="149723"/>
            </a:xfrm>
            <a:custGeom>
              <a:avLst/>
              <a:gdLst/>
              <a:ahLst/>
              <a:cxnLst/>
              <a:rect r="r" b="b" t="t" l="l"/>
              <a:pathLst>
                <a:path h="149723" w="576310">
                  <a:moveTo>
                    <a:pt x="74861" y="0"/>
                  </a:moveTo>
                  <a:lnTo>
                    <a:pt x="501448" y="0"/>
                  </a:lnTo>
                  <a:cubicBezTo>
                    <a:pt x="521303" y="0"/>
                    <a:pt x="540344" y="7887"/>
                    <a:pt x="554383" y="21926"/>
                  </a:cubicBezTo>
                  <a:cubicBezTo>
                    <a:pt x="568423" y="35966"/>
                    <a:pt x="576310" y="55007"/>
                    <a:pt x="576310" y="74861"/>
                  </a:cubicBezTo>
                  <a:lnTo>
                    <a:pt x="576310" y="74861"/>
                  </a:lnTo>
                  <a:cubicBezTo>
                    <a:pt x="576310" y="94716"/>
                    <a:pt x="568423" y="113757"/>
                    <a:pt x="554383" y="127797"/>
                  </a:cubicBezTo>
                  <a:cubicBezTo>
                    <a:pt x="540344" y="141836"/>
                    <a:pt x="521303" y="149723"/>
                    <a:pt x="501448" y="149723"/>
                  </a:cubicBezTo>
                  <a:lnTo>
                    <a:pt x="74861" y="149723"/>
                  </a:lnTo>
                  <a:cubicBezTo>
                    <a:pt x="55007" y="149723"/>
                    <a:pt x="35966" y="141836"/>
                    <a:pt x="21926" y="127797"/>
                  </a:cubicBezTo>
                  <a:cubicBezTo>
                    <a:pt x="7887" y="113757"/>
                    <a:pt x="0" y="94716"/>
                    <a:pt x="0" y="74861"/>
                  </a:cubicBezTo>
                  <a:lnTo>
                    <a:pt x="0" y="74861"/>
                  </a:lnTo>
                  <a:cubicBezTo>
                    <a:pt x="0" y="55007"/>
                    <a:pt x="7887" y="35966"/>
                    <a:pt x="21926" y="21926"/>
                  </a:cubicBezTo>
                  <a:cubicBezTo>
                    <a:pt x="35966" y="7887"/>
                    <a:pt x="55007" y="0"/>
                    <a:pt x="74861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76310" cy="187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 spc="18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CONTACT US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47027" y="562273"/>
            <a:ext cx="7087065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Salford &amp; Co.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82414" y="9340399"/>
            <a:ext cx="450503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12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6958" y="8908401"/>
            <a:ext cx="1602066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Date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14999" y="8908401"/>
            <a:ext cx="1602066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Website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38511" y="8908401"/>
            <a:ext cx="1602066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E-mail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6958" y="9264883"/>
            <a:ext cx="3015424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22 December 2035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14999" y="9264883"/>
            <a:ext cx="3335060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www.reallygreatsite.com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38511" y="9264883"/>
            <a:ext cx="3587253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hello@reallygreatsite.com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3450" y="5386581"/>
            <a:ext cx="8919808" cy="244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Let’s B</a:t>
            </a:r>
            <a:r>
              <a:rPr lang="en-US" sz="90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uild the Future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DAHX-K_x6BM</dc:identifier>
  <dcterms:modified xsi:type="dcterms:W3CDTF">2011-08-01T06:04:30Z</dcterms:modified>
  <cp:revision>1</cp:revision>
  <dc:title>Blue Modern Business Pitch Deck Presentation</dc:title>
</cp:coreProperties>
</file>