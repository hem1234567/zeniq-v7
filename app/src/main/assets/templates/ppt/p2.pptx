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6.svg" ContentType="image/svg+xml"/>
  <Override PartName="/ppt/media/image18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9" r:id="rId9"/>
    <p:sldId id="261" r:id="rId11"/>
    <p:sldId id="264" r:id="rId14"/>
  </p:sldIdLst>
  <p:sldSz cx="18288000" cy="10287000"/>
  <p:notesSz cx="6858000" cy="9144000"/>
  <p:embeddedFontLst>
    <p:embeddedFont>
      <p:font typeface="TT Firs Neue Bold" charset="1" panose="02000803030000020004"/>
      <p:regular r:id="rId16"/>
    </p:embeddedFont>
    <p:embeddedFont>
      <p:font typeface="TT Firs Neue" charset="1" panose="0200050303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9" Type="http://schemas.openxmlformats.org/officeDocument/2006/relationships/slide" Target="slides/slide4.xml"/><Relationship Id="rId11" Type="http://schemas.openxmlformats.org/officeDocument/2006/relationships/slide" Target="slides/slide6.xml"/><Relationship Id="rId14" Type="http://schemas.openxmlformats.org/officeDocument/2006/relationships/slide" Target="slides/slide9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svg"/><Relationship Id="rId13" Type="http://schemas.openxmlformats.org/officeDocument/2006/relationships/image" Target="../media/image12.png"/><Relationship Id="rId14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svg"/><Relationship Id="rId9" Type="http://schemas.openxmlformats.org/officeDocument/2006/relationships/image" Target="../media/image9.png"/><Relationship Id="rId10" Type="http://schemas.openxmlformats.org/officeDocument/2006/relationships/image" Target="../media/image17.png"/><Relationship Id="rId11" Type="http://schemas.openxmlformats.org/officeDocument/2006/relationships/image" Target="../media/image18.svg"/><Relationship Id="rId12" Type="http://schemas.openxmlformats.org/officeDocument/2006/relationships/image" Target="../media/image26.png"/><Relationship Id="rId13" Type="http://schemas.openxmlformats.org/officeDocument/2006/relationships/image" Target="../media/image27.svg"/><Relationship Id="rId14" Type="http://schemas.openxmlformats.org/officeDocument/2006/relationships/image" Target="../media/image12.png"/><Relationship Id="rId15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image" Target="../media/image19.png"/><Relationship Id="rId10" Type="http://schemas.openxmlformats.org/officeDocument/2006/relationships/image" Target="../media/image12.png"/><Relationship Id="rId11" Type="http://schemas.openxmlformats.org/officeDocument/2006/relationships/image" Target="../media/image1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27523" y="4673182"/>
            <a:ext cx="24143047" cy="24143047"/>
          </a:xfrm>
          <a:custGeom>
            <a:avLst/>
            <a:gdLst/>
            <a:ahLst/>
            <a:cxnLst/>
            <a:rect r="r" b="b" t="t" l="l"/>
            <a:pathLst>
              <a:path h="24143047" w="24143047">
                <a:moveTo>
                  <a:pt x="0" y="0"/>
                </a:moveTo>
                <a:lnTo>
                  <a:pt x="24143046" y="0"/>
                </a:lnTo>
                <a:lnTo>
                  <a:pt x="24143046" y="24143046"/>
                </a:lnTo>
                <a:lnTo>
                  <a:pt x="0" y="2414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0848" y="7534385"/>
            <a:ext cx="17006305" cy="17006305"/>
          </a:xfrm>
          <a:custGeom>
            <a:avLst/>
            <a:gdLst/>
            <a:ahLst/>
            <a:cxnLst/>
            <a:rect r="r" b="b" t="t" l="l"/>
            <a:pathLst>
              <a:path h="17006305" w="17006305">
                <a:moveTo>
                  <a:pt x="0" y="0"/>
                </a:moveTo>
                <a:lnTo>
                  <a:pt x="17006304" y="0"/>
                </a:lnTo>
                <a:lnTo>
                  <a:pt x="17006304" y="17006305"/>
                </a:lnTo>
                <a:lnTo>
                  <a:pt x="0" y="17006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00434" y="4842925"/>
            <a:ext cx="2956701" cy="690551"/>
            <a:chOff x="0" y="0"/>
            <a:chExt cx="174006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0064" cy="406400"/>
            </a:xfrm>
            <a:custGeom>
              <a:avLst/>
              <a:gdLst/>
              <a:ahLst/>
              <a:cxnLst/>
              <a:rect r="r" b="b" t="t" l="l"/>
              <a:pathLst>
                <a:path h="406400" w="1740064">
                  <a:moveTo>
                    <a:pt x="1536864" y="0"/>
                  </a:moveTo>
                  <a:cubicBezTo>
                    <a:pt x="1649088" y="0"/>
                    <a:pt x="1740064" y="90976"/>
                    <a:pt x="1740064" y="203200"/>
                  </a:cubicBezTo>
                  <a:cubicBezTo>
                    <a:pt x="1740064" y="315424"/>
                    <a:pt x="1649088" y="406400"/>
                    <a:pt x="153686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4006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05642" y="4842925"/>
            <a:ext cx="1921579" cy="690551"/>
            <a:chOff x="0" y="0"/>
            <a:chExt cx="1130878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0878" cy="406400"/>
            </a:xfrm>
            <a:custGeom>
              <a:avLst/>
              <a:gdLst/>
              <a:ahLst/>
              <a:cxnLst/>
              <a:rect r="r" b="b" t="t" l="l"/>
              <a:pathLst>
                <a:path h="406400" w="1130878">
                  <a:moveTo>
                    <a:pt x="927678" y="0"/>
                  </a:moveTo>
                  <a:cubicBezTo>
                    <a:pt x="1039903" y="0"/>
                    <a:pt x="1130878" y="90976"/>
                    <a:pt x="1130878" y="203200"/>
                  </a:cubicBezTo>
                  <a:cubicBezTo>
                    <a:pt x="1130878" y="315424"/>
                    <a:pt x="1039903" y="406400"/>
                    <a:pt x="92767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3087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77784" y="4842925"/>
            <a:ext cx="2109783" cy="690551"/>
            <a:chOff x="0" y="0"/>
            <a:chExt cx="124163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1639" cy="406400"/>
            </a:xfrm>
            <a:custGeom>
              <a:avLst/>
              <a:gdLst/>
              <a:ahLst/>
              <a:cxnLst/>
              <a:rect r="r" b="b" t="t" l="l"/>
              <a:pathLst>
                <a:path h="406400" w="1241639">
                  <a:moveTo>
                    <a:pt x="1038439" y="0"/>
                  </a:moveTo>
                  <a:cubicBezTo>
                    <a:pt x="1150664" y="0"/>
                    <a:pt x="1241639" y="90976"/>
                    <a:pt x="1241639" y="203200"/>
                  </a:cubicBezTo>
                  <a:cubicBezTo>
                    <a:pt x="1241639" y="315424"/>
                    <a:pt x="1150664" y="406400"/>
                    <a:pt x="103843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D6E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4163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7294857" y="5965231"/>
            <a:ext cx="18831232" cy="18831232"/>
          </a:xfrm>
          <a:custGeom>
            <a:avLst/>
            <a:gdLst/>
            <a:ahLst/>
            <a:cxnLst/>
            <a:rect r="r" b="b" t="t" l="l"/>
            <a:pathLst>
              <a:path h="18831232" w="18831232">
                <a:moveTo>
                  <a:pt x="0" y="0"/>
                </a:moveTo>
                <a:lnTo>
                  <a:pt x="18831232" y="0"/>
                </a:lnTo>
                <a:lnTo>
                  <a:pt x="18831232" y="18831232"/>
                </a:lnTo>
                <a:lnTo>
                  <a:pt x="0" y="1883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65093" y="8389357"/>
            <a:ext cx="5957813" cy="848988"/>
          </a:xfrm>
          <a:custGeom>
            <a:avLst/>
            <a:gdLst/>
            <a:ahLst/>
            <a:cxnLst/>
            <a:rect r="r" b="b" t="t" l="l"/>
            <a:pathLst>
              <a:path h="848988" w="5957813">
                <a:moveTo>
                  <a:pt x="0" y="0"/>
                </a:moveTo>
                <a:lnTo>
                  <a:pt x="5957814" y="0"/>
                </a:lnTo>
                <a:lnTo>
                  <a:pt x="5957814" y="848989"/>
                </a:lnTo>
                <a:lnTo>
                  <a:pt x="0" y="8489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94178" y="8624977"/>
            <a:ext cx="372209" cy="372209"/>
          </a:xfrm>
          <a:custGeom>
            <a:avLst/>
            <a:gdLst/>
            <a:ahLst/>
            <a:cxnLst/>
            <a:rect r="r" b="b" t="t" l="l"/>
            <a:pathLst>
              <a:path h="372209" w="372209">
                <a:moveTo>
                  <a:pt x="0" y="0"/>
                </a:moveTo>
                <a:lnTo>
                  <a:pt x="372210" y="0"/>
                </a:lnTo>
                <a:lnTo>
                  <a:pt x="372210" y="372209"/>
                </a:lnTo>
                <a:lnTo>
                  <a:pt x="0" y="3722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133491" y="5106645"/>
            <a:ext cx="163111" cy="163111"/>
          </a:xfrm>
          <a:custGeom>
            <a:avLst/>
            <a:gdLst/>
            <a:ahLst/>
            <a:cxnLst/>
            <a:rect r="r" b="b" t="t" l="l"/>
            <a:pathLst>
              <a:path h="163111" w="163111">
                <a:moveTo>
                  <a:pt x="0" y="0"/>
                </a:moveTo>
                <a:lnTo>
                  <a:pt x="163111" y="0"/>
                </a:lnTo>
                <a:lnTo>
                  <a:pt x="163111" y="163111"/>
                </a:lnTo>
                <a:lnTo>
                  <a:pt x="0" y="163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39966" y="5106645"/>
            <a:ext cx="163111" cy="163111"/>
          </a:xfrm>
          <a:custGeom>
            <a:avLst/>
            <a:gdLst/>
            <a:ahLst/>
            <a:cxnLst/>
            <a:rect r="r" b="b" t="t" l="l"/>
            <a:pathLst>
              <a:path h="163111" w="163111">
                <a:moveTo>
                  <a:pt x="0" y="0"/>
                </a:moveTo>
                <a:lnTo>
                  <a:pt x="163112" y="0"/>
                </a:lnTo>
                <a:lnTo>
                  <a:pt x="163112" y="163111"/>
                </a:lnTo>
                <a:lnTo>
                  <a:pt x="0" y="163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8700" y="8498541"/>
            <a:ext cx="646167" cy="636769"/>
          </a:xfrm>
          <a:custGeom>
            <a:avLst/>
            <a:gdLst/>
            <a:ahLst/>
            <a:cxnLst/>
            <a:rect r="r" b="b" t="t" l="l"/>
            <a:pathLst>
              <a:path h="636769" w="646167">
                <a:moveTo>
                  <a:pt x="0" y="0"/>
                </a:moveTo>
                <a:lnTo>
                  <a:pt x="646167" y="0"/>
                </a:lnTo>
                <a:lnTo>
                  <a:pt x="646167" y="636769"/>
                </a:lnTo>
                <a:lnTo>
                  <a:pt x="0" y="6367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85736" y="1125423"/>
            <a:ext cx="11316529" cy="359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2"/>
              </a:lnSpc>
            </a:pPr>
            <a:r>
              <a:rPr lang="en-US" b="true" sz="13705" spc="-740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INVESTOR PITCH DECK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601" y="8480098"/>
            <a:ext cx="1795825" cy="6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THYNK UNLIMITED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25426" y="8482868"/>
            <a:ext cx="2333874" cy="652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PRESENTED DATE 09/09/2026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74653" y="8732485"/>
            <a:ext cx="1035436" cy="17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1303" spc="-70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88053" y="8653169"/>
            <a:ext cx="2025294" cy="35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616" spc="-141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Alfredo Torres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82831" y="5058133"/>
            <a:ext cx="2591907" cy="32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PROFESSIONAL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94313" y="5058133"/>
            <a:ext cx="1544238" cy="32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</a:t>
            </a: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ODERN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75864" y="5049936"/>
            <a:ext cx="1713621" cy="32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8"/>
              </a:lnSpc>
            </a:pP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SC</a:t>
            </a:r>
            <a:r>
              <a:rPr lang="en-US" b="true" sz="2444" spc="-132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ALABLE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991821" y="-2411186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667256"/>
            <a:ext cx="2591044" cy="2591044"/>
          </a:xfrm>
          <a:custGeom>
            <a:avLst/>
            <a:gdLst/>
            <a:ahLst/>
            <a:cxnLst/>
            <a:rect r="r" b="b" t="t" l="l"/>
            <a:pathLst>
              <a:path h="2591044" w="2591044">
                <a:moveTo>
                  <a:pt x="0" y="0"/>
                </a:moveTo>
                <a:lnTo>
                  <a:pt x="2591044" y="0"/>
                </a:lnTo>
                <a:lnTo>
                  <a:pt x="2591044" y="2591044"/>
                </a:lnTo>
                <a:lnTo>
                  <a:pt x="0" y="2591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028700" y="1028700"/>
            <a:ext cx="4974659" cy="4974659"/>
          </a:xfrm>
          <a:custGeom>
            <a:avLst/>
            <a:gdLst/>
            <a:ahLst/>
            <a:cxnLst/>
            <a:rect r="r" b="b" t="t" l="l"/>
            <a:pathLst>
              <a:path h="4974659" w="4974659">
                <a:moveTo>
                  <a:pt x="0" y="0"/>
                </a:moveTo>
                <a:lnTo>
                  <a:pt x="4974659" y="0"/>
                </a:lnTo>
                <a:lnTo>
                  <a:pt x="4974659" y="4974659"/>
                </a:lnTo>
                <a:lnTo>
                  <a:pt x="0" y="49746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96228" y="4458583"/>
            <a:ext cx="7654033" cy="4799717"/>
          </a:xfrm>
          <a:custGeom>
            <a:avLst/>
            <a:gdLst/>
            <a:ahLst/>
            <a:cxnLst/>
            <a:rect r="r" b="b" t="t" l="l"/>
            <a:pathLst>
              <a:path h="4799717" w="7654033">
                <a:moveTo>
                  <a:pt x="0" y="0"/>
                </a:moveTo>
                <a:lnTo>
                  <a:pt x="7654033" y="0"/>
                </a:lnTo>
                <a:lnTo>
                  <a:pt x="7654033" y="4799717"/>
                </a:lnTo>
                <a:lnTo>
                  <a:pt x="0" y="479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27096" y="4458583"/>
            <a:ext cx="7654033" cy="4799717"/>
          </a:xfrm>
          <a:custGeom>
            <a:avLst/>
            <a:gdLst/>
            <a:ahLst/>
            <a:cxnLst/>
            <a:rect r="r" b="b" t="t" l="l"/>
            <a:pathLst>
              <a:path h="4799717" w="7654033">
                <a:moveTo>
                  <a:pt x="0" y="0"/>
                </a:moveTo>
                <a:lnTo>
                  <a:pt x="7654033" y="0"/>
                </a:lnTo>
                <a:lnTo>
                  <a:pt x="7654033" y="4799717"/>
                </a:lnTo>
                <a:lnTo>
                  <a:pt x="0" y="479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2999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52045" y="5362219"/>
            <a:ext cx="4949075" cy="3103483"/>
          </a:xfrm>
          <a:custGeom>
            <a:avLst/>
            <a:gdLst/>
            <a:ahLst/>
            <a:cxnLst/>
            <a:rect r="r" b="b" t="t" l="l"/>
            <a:pathLst>
              <a:path h="3103483" w="4949075">
                <a:moveTo>
                  <a:pt x="0" y="0"/>
                </a:moveTo>
                <a:lnTo>
                  <a:pt x="4949076" y="0"/>
                </a:lnTo>
                <a:lnTo>
                  <a:pt x="4949076" y="3103483"/>
                </a:lnTo>
                <a:lnTo>
                  <a:pt x="0" y="3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56009" y="5877373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5"/>
                </a:lnTo>
                <a:lnTo>
                  <a:pt x="0" y="583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56009" y="6624510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21670" y="5877373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5"/>
                </a:lnTo>
                <a:lnTo>
                  <a:pt x="0" y="583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334860" y="5877373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5"/>
                </a:lnTo>
                <a:lnTo>
                  <a:pt x="0" y="583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21670" y="6624510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34860" y="6624510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56009" y="7371647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21670" y="7371647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34860" y="7371647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56009" y="8118784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21670" y="8118784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334860" y="8118784"/>
            <a:ext cx="4021825" cy="583165"/>
          </a:xfrm>
          <a:custGeom>
            <a:avLst/>
            <a:gdLst/>
            <a:ahLst/>
            <a:cxnLst/>
            <a:rect r="r" b="b" t="t" l="l"/>
            <a:pathLst>
              <a:path h="583165" w="4021825">
                <a:moveTo>
                  <a:pt x="0" y="0"/>
                </a:moveTo>
                <a:lnTo>
                  <a:pt x="4021825" y="0"/>
                </a:lnTo>
                <a:lnTo>
                  <a:pt x="4021825" y="583164"/>
                </a:lnTo>
                <a:lnTo>
                  <a:pt x="0" y="583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40375" y="4865263"/>
            <a:ext cx="564405" cy="564405"/>
          </a:xfrm>
          <a:custGeom>
            <a:avLst/>
            <a:gdLst/>
            <a:ahLst/>
            <a:cxnLst/>
            <a:rect r="r" b="b" t="t" l="l"/>
            <a:pathLst>
              <a:path h="564405" w="564405">
                <a:moveTo>
                  <a:pt x="0" y="0"/>
                </a:moveTo>
                <a:lnTo>
                  <a:pt x="564405" y="0"/>
                </a:lnTo>
                <a:lnTo>
                  <a:pt x="564405" y="564405"/>
                </a:lnTo>
                <a:lnTo>
                  <a:pt x="0" y="5644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107503" y="5035627"/>
            <a:ext cx="224043" cy="224043"/>
          </a:xfrm>
          <a:custGeom>
            <a:avLst/>
            <a:gdLst/>
            <a:ahLst/>
            <a:cxnLst/>
            <a:rect r="r" b="b" t="t" l="l"/>
            <a:pathLst>
              <a:path h="224043" w="224043">
                <a:moveTo>
                  <a:pt x="0" y="0"/>
                </a:moveTo>
                <a:lnTo>
                  <a:pt x="224043" y="0"/>
                </a:lnTo>
                <a:lnTo>
                  <a:pt x="224043" y="224043"/>
                </a:lnTo>
                <a:lnTo>
                  <a:pt x="0" y="22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61447" y="1460275"/>
            <a:ext cx="2998309" cy="2998309"/>
          </a:xfrm>
          <a:custGeom>
            <a:avLst/>
            <a:gdLst/>
            <a:ahLst/>
            <a:cxnLst/>
            <a:rect r="r" b="b" t="t" l="l"/>
            <a:pathLst>
              <a:path h="2998309" w="2998309">
                <a:moveTo>
                  <a:pt x="0" y="0"/>
                </a:moveTo>
                <a:lnTo>
                  <a:pt x="2998309" y="0"/>
                </a:lnTo>
                <a:lnTo>
                  <a:pt x="2998309" y="2998308"/>
                </a:lnTo>
                <a:lnTo>
                  <a:pt x="0" y="2998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944035" y="1895097"/>
            <a:ext cx="1882488" cy="2071513"/>
          </a:xfrm>
          <a:custGeom>
            <a:avLst/>
            <a:gdLst/>
            <a:ahLst/>
            <a:cxnLst/>
            <a:rect r="r" b="b" t="t" l="l"/>
            <a:pathLst>
              <a:path h="2071513" w="1882488">
                <a:moveTo>
                  <a:pt x="0" y="0"/>
                </a:moveTo>
                <a:lnTo>
                  <a:pt x="1882488" y="0"/>
                </a:lnTo>
                <a:lnTo>
                  <a:pt x="1882488" y="2071514"/>
                </a:lnTo>
                <a:lnTo>
                  <a:pt x="0" y="2071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7296228" y="1074426"/>
            <a:ext cx="9577833" cy="131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b="true" sz="9854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OUR 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78350" y="6987284"/>
            <a:ext cx="1541393" cy="5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b="true" sz="1789" spc="-96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THYNK UNLIMITED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7147" y="8759098"/>
            <a:ext cx="556154" cy="18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b="true" sz="1180" spc="-63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SINCE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67027" y="8578254"/>
            <a:ext cx="1436504" cy="55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b="true" sz="3511" spc="-18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2025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78350" y="7612177"/>
            <a:ext cx="1143430" cy="17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1105" spc="-5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Best Company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96228" y="2728177"/>
            <a:ext cx="6413008" cy="95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3011" spc="-16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A user-friendly, automated, and data-driven platform designed to: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56009" y="5047660"/>
            <a:ext cx="1940686" cy="51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23" spc="-20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75752" y="6050984"/>
            <a:ext cx="2951288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Str</a:t>
            </a: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eamline processes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75752" y="6818943"/>
            <a:ext cx="4208120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educe operational burden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75752" y="7554399"/>
            <a:ext cx="5096209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 accur</a:t>
            </a: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acy through real-time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75752" y="8294936"/>
            <a:ext cx="3566087" cy="26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Scal</a:t>
            </a:r>
            <a:r>
              <a:rPr lang="en-US" sz="2062" spc="-111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e with business growth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312086" y="7090000"/>
            <a:ext cx="581690" cy="573229"/>
          </a:xfrm>
          <a:custGeom>
            <a:avLst/>
            <a:gdLst/>
            <a:ahLst/>
            <a:cxnLst/>
            <a:rect r="r" b="b" t="t" l="l"/>
            <a:pathLst>
              <a:path h="573229" w="581690">
                <a:moveTo>
                  <a:pt x="0" y="0"/>
                </a:moveTo>
                <a:lnTo>
                  <a:pt x="581690" y="0"/>
                </a:lnTo>
                <a:lnTo>
                  <a:pt x="581690" y="573229"/>
                </a:lnTo>
                <a:lnTo>
                  <a:pt x="0" y="5732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9314" y="-11610337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09675"/>
            <a:ext cx="6795241" cy="257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b="true" sz="9854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BUSINESS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60107"/>
            <a:ext cx="7729941" cy="51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252" spc="-175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A stable and scalable revenue structure: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887288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2" y="0"/>
                </a:lnTo>
                <a:lnTo>
                  <a:pt x="3290372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20002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2" y="0"/>
                </a:lnTo>
                <a:lnTo>
                  <a:pt x="3290372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2" y="0"/>
                </a:lnTo>
                <a:lnTo>
                  <a:pt x="3290372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1535" y="7643255"/>
            <a:ext cx="2100806" cy="10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b="true" sz="2778" spc="-150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Subscription-based pricing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1535" y="5590658"/>
            <a:ext cx="1741004" cy="95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7"/>
              </a:lnSpc>
            </a:pPr>
            <a:r>
              <a:rPr lang="en-US" b="true" sz="7185" spc="-388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01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561414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2" y="0"/>
                </a:lnTo>
                <a:lnTo>
                  <a:pt x="3290372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53176" y="7428942"/>
            <a:ext cx="2361151" cy="142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778" spc="-150" b="true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Tie</a:t>
            </a:r>
            <a:r>
              <a:rPr lang="en-US" b="true" sz="2778" spc="-150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red plans for different business scales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4248" y="5590658"/>
            <a:ext cx="1741004" cy="95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7"/>
              </a:lnSpc>
            </a:pPr>
            <a:r>
              <a:rPr lang="en-US" b="true" sz="7185" spc="-388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952715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3" y="0"/>
                </a:lnTo>
                <a:lnTo>
                  <a:pt x="3290373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94127" y="5202371"/>
            <a:ext cx="3290372" cy="4055929"/>
          </a:xfrm>
          <a:custGeom>
            <a:avLst/>
            <a:gdLst/>
            <a:ahLst/>
            <a:cxnLst/>
            <a:rect r="r" b="b" t="t" l="l"/>
            <a:pathLst>
              <a:path h="4055929" w="3290372">
                <a:moveTo>
                  <a:pt x="0" y="0"/>
                </a:moveTo>
                <a:lnTo>
                  <a:pt x="3290373" y="0"/>
                </a:lnTo>
                <a:lnTo>
                  <a:pt x="3290373" y="4055929"/>
                </a:lnTo>
                <a:lnTo>
                  <a:pt x="0" y="4055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558099" y="7428942"/>
            <a:ext cx="3330211" cy="142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778" spc="-150" b="true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Optional</a:t>
            </a:r>
            <a:r>
              <a:rPr lang="en-US" b="true" sz="2778" spc="-150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premium features &amp; Consultation, and support 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8099" y="5590658"/>
            <a:ext cx="1741004" cy="958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7"/>
              </a:lnSpc>
            </a:pPr>
            <a:r>
              <a:rPr lang="en-US" b="true" sz="7185" spc="-388">
                <a:solidFill>
                  <a:srgbClr val="03020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03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668256" y="1028700"/>
            <a:ext cx="2591044" cy="2591044"/>
          </a:xfrm>
          <a:custGeom>
            <a:avLst/>
            <a:gdLst/>
            <a:ahLst/>
            <a:cxnLst/>
            <a:rect r="r" b="b" t="t" l="l"/>
            <a:pathLst>
              <a:path h="2591044" w="2591044">
                <a:moveTo>
                  <a:pt x="0" y="0"/>
                </a:moveTo>
                <a:lnTo>
                  <a:pt x="2591044" y="0"/>
                </a:lnTo>
                <a:lnTo>
                  <a:pt x="2591044" y="2591044"/>
                </a:lnTo>
                <a:lnTo>
                  <a:pt x="0" y="25910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717907" y="1348727"/>
            <a:ext cx="1541393" cy="5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b="true" sz="1789" spc="-96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THYNK UNLIMITED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86703" y="3120542"/>
            <a:ext cx="556154" cy="18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b="true" sz="1180" spc="-63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SINCE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806583" y="2939697"/>
            <a:ext cx="1436504" cy="55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b="true" sz="3511" spc="-18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2025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17907" y="1973621"/>
            <a:ext cx="1143430" cy="17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1105" spc="-5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Best Company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959631" y="1459781"/>
            <a:ext cx="581690" cy="573229"/>
          </a:xfrm>
          <a:custGeom>
            <a:avLst/>
            <a:gdLst/>
            <a:ahLst/>
            <a:cxnLst/>
            <a:rect r="r" b="b" t="t" l="l"/>
            <a:pathLst>
              <a:path h="573229" w="581690">
                <a:moveTo>
                  <a:pt x="0" y="0"/>
                </a:moveTo>
                <a:lnTo>
                  <a:pt x="581690" y="0"/>
                </a:lnTo>
                <a:lnTo>
                  <a:pt x="581690" y="573229"/>
                </a:lnTo>
                <a:lnTo>
                  <a:pt x="0" y="5732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857891" y="-2787236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1"/>
                </a:lnTo>
                <a:lnTo>
                  <a:pt x="0" y="15109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767449"/>
            <a:ext cx="5388758" cy="2101616"/>
          </a:xfrm>
          <a:custGeom>
            <a:avLst/>
            <a:gdLst/>
            <a:ahLst/>
            <a:cxnLst/>
            <a:rect r="r" b="b" t="t" l="l"/>
            <a:pathLst>
              <a:path h="2101616" w="5388758">
                <a:moveTo>
                  <a:pt x="0" y="0"/>
                </a:moveTo>
                <a:lnTo>
                  <a:pt x="5388758" y="0"/>
                </a:lnTo>
                <a:lnTo>
                  <a:pt x="5388758" y="2101616"/>
                </a:lnTo>
                <a:lnTo>
                  <a:pt x="0" y="2101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74658" y="4767449"/>
            <a:ext cx="5388758" cy="2101616"/>
          </a:xfrm>
          <a:custGeom>
            <a:avLst/>
            <a:gdLst/>
            <a:ahLst/>
            <a:cxnLst/>
            <a:rect r="r" b="b" t="t" l="l"/>
            <a:pathLst>
              <a:path h="2101616" w="5388758">
                <a:moveTo>
                  <a:pt x="0" y="0"/>
                </a:moveTo>
                <a:lnTo>
                  <a:pt x="5388758" y="0"/>
                </a:lnTo>
                <a:lnTo>
                  <a:pt x="5388758" y="2101616"/>
                </a:lnTo>
                <a:lnTo>
                  <a:pt x="0" y="2101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156684"/>
            <a:ext cx="5388758" cy="2101616"/>
          </a:xfrm>
          <a:custGeom>
            <a:avLst/>
            <a:gdLst/>
            <a:ahLst/>
            <a:cxnLst/>
            <a:rect r="r" b="b" t="t" l="l"/>
            <a:pathLst>
              <a:path h="2101616" w="5388758">
                <a:moveTo>
                  <a:pt x="0" y="0"/>
                </a:moveTo>
                <a:lnTo>
                  <a:pt x="5388758" y="0"/>
                </a:lnTo>
                <a:lnTo>
                  <a:pt x="5388758" y="2101616"/>
                </a:lnTo>
                <a:lnTo>
                  <a:pt x="0" y="2101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74658" y="7156684"/>
            <a:ext cx="5388758" cy="2101616"/>
          </a:xfrm>
          <a:custGeom>
            <a:avLst/>
            <a:gdLst/>
            <a:ahLst/>
            <a:cxnLst/>
            <a:rect r="r" b="b" t="t" l="l"/>
            <a:pathLst>
              <a:path h="2101616" w="5388758">
                <a:moveTo>
                  <a:pt x="0" y="0"/>
                </a:moveTo>
                <a:lnTo>
                  <a:pt x="5388758" y="0"/>
                </a:lnTo>
                <a:lnTo>
                  <a:pt x="5388758" y="2101616"/>
                </a:lnTo>
                <a:lnTo>
                  <a:pt x="0" y="2101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68449" y="4767449"/>
            <a:ext cx="4490851" cy="4490851"/>
          </a:xfrm>
          <a:custGeom>
            <a:avLst/>
            <a:gdLst/>
            <a:ahLst/>
            <a:cxnLst/>
            <a:rect r="r" b="b" t="t" l="l"/>
            <a:pathLst>
              <a:path h="4490851" w="4490851">
                <a:moveTo>
                  <a:pt x="0" y="0"/>
                </a:moveTo>
                <a:lnTo>
                  <a:pt x="4490851" y="0"/>
                </a:lnTo>
                <a:lnTo>
                  <a:pt x="4490851" y="4490851"/>
                </a:lnTo>
                <a:lnTo>
                  <a:pt x="0" y="4490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34451" y="5234631"/>
            <a:ext cx="646690" cy="646690"/>
          </a:xfrm>
          <a:custGeom>
            <a:avLst/>
            <a:gdLst/>
            <a:ahLst/>
            <a:cxnLst/>
            <a:rect r="r" b="b" t="t" l="l"/>
            <a:pathLst>
              <a:path h="646690" w="646690">
                <a:moveTo>
                  <a:pt x="0" y="0"/>
                </a:moveTo>
                <a:lnTo>
                  <a:pt x="646690" y="0"/>
                </a:lnTo>
                <a:lnTo>
                  <a:pt x="646690" y="646689"/>
                </a:lnTo>
                <a:lnTo>
                  <a:pt x="0" y="646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181100"/>
            <a:ext cx="12967181" cy="237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4"/>
              </a:lnSpc>
            </a:pPr>
            <a:r>
              <a:rPr lang="en-US" b="true" sz="9014" spc="-48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TRACTION &amp; GROWTH INDICATORS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4431" y="5267324"/>
            <a:ext cx="2706884" cy="115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32" spc="-163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Consistent growth in active users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5063" y="5514994"/>
            <a:ext cx="1026980" cy="7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5830" spc="-3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16967" y="5514994"/>
            <a:ext cx="1026980" cy="7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5830" spc="-3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5063" y="7875654"/>
            <a:ext cx="1026980" cy="7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5830" spc="-3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16967" y="7875654"/>
            <a:ext cx="1026980" cy="7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5830" spc="-3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12327" y="5295133"/>
            <a:ext cx="1026980" cy="768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8"/>
              </a:lnSpc>
            </a:pPr>
            <a:r>
              <a:rPr lang="en-US" b="true" sz="5830" spc="-3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84553" y="5267324"/>
            <a:ext cx="2706884" cy="115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32" spc="-163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Positive client feedback with strong retention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94431" y="7656559"/>
            <a:ext cx="3055954" cy="115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32" spc="-163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High feature usage across various industries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84553" y="7656559"/>
            <a:ext cx="2706884" cy="115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32" spc="-163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Expansion of partnership and sales pipelines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12327" y="7656559"/>
            <a:ext cx="3312508" cy="1159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3032" spc="-163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Increased demand for enterprise-level deployment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845378"/>
            <a:ext cx="3517881" cy="51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252" spc="-175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Key Achievements: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668256" y="1028700"/>
            <a:ext cx="2591044" cy="2591044"/>
          </a:xfrm>
          <a:custGeom>
            <a:avLst/>
            <a:gdLst/>
            <a:ahLst/>
            <a:cxnLst/>
            <a:rect r="r" b="b" t="t" l="l"/>
            <a:pathLst>
              <a:path h="2591044" w="2591044">
                <a:moveTo>
                  <a:pt x="0" y="0"/>
                </a:moveTo>
                <a:lnTo>
                  <a:pt x="2591044" y="0"/>
                </a:lnTo>
                <a:lnTo>
                  <a:pt x="2591044" y="2591044"/>
                </a:lnTo>
                <a:lnTo>
                  <a:pt x="0" y="25910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717907" y="1348727"/>
            <a:ext cx="1541393" cy="57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b="true" sz="1789" spc="-96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THYNK UNLIMITED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86703" y="3120542"/>
            <a:ext cx="556154" cy="18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b="true" sz="1180" spc="-63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SINCE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806583" y="2939697"/>
            <a:ext cx="1436504" cy="55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b="true" sz="3511" spc="-18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2025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17907" y="1973621"/>
            <a:ext cx="1143430" cy="17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1105" spc="-59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Best Company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959631" y="1459781"/>
            <a:ext cx="581690" cy="573229"/>
          </a:xfrm>
          <a:custGeom>
            <a:avLst/>
            <a:gdLst/>
            <a:ahLst/>
            <a:cxnLst/>
            <a:rect r="r" b="b" t="t" l="l"/>
            <a:pathLst>
              <a:path h="573229" w="581690">
                <a:moveTo>
                  <a:pt x="0" y="0"/>
                </a:moveTo>
                <a:lnTo>
                  <a:pt x="581690" y="0"/>
                </a:lnTo>
                <a:lnTo>
                  <a:pt x="581690" y="573229"/>
                </a:lnTo>
                <a:lnTo>
                  <a:pt x="0" y="573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DAHX-PVh0uo</dc:identifier>
  <dcterms:modified xsi:type="dcterms:W3CDTF">2011-08-01T06:04:30Z</dcterms:modified>
  <cp:revision>1</cp:revision>
  <dc:title>Blue Modern Investor Pitch Deck Presentation</dc:title>
</cp:coreProperties>
</file>