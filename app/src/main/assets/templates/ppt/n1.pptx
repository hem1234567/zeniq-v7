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Semi-Bold" charset="1" panose="000007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33285" y="2642537"/>
            <a:ext cx="13421429" cy="448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90"/>
              </a:lnSpc>
            </a:pPr>
            <a:r>
              <a:rPr lang="en-US" b="true" sz="18211" spc="-1839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education presentation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94609" y="7558738"/>
            <a:ext cx="649878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or sit amet, consectetur adipiscing elit, sed do eiusmod tempor incididunt ut labore et dolore magna aliqua.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HYNK UNLIMITED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08995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08995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996222"/>
            <a:ext cx="337759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b="true" sz="2400" spc="6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Student-Centered Philosophy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HYNK UNLIMITED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08995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837298"/>
            <a:ext cx="459671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65540" y="6837298"/>
            <a:ext cx="459671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44802"/>
            <a:ext cx="6056336" cy="213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b="true" sz="6999" spc="-70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Committed to Quality Learning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08995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May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HYNK UNLIMITED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08995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97988" y="6381271"/>
            <a:ext cx="237005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400" spc="6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Shaping Future Leaders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48127" y="6305071"/>
            <a:ext cx="571117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48127" y="7476743"/>
            <a:ext cx="571117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97988" y="1835415"/>
            <a:ext cx="4852192" cy="213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b="true" sz="6999" spc="-70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Our Vision In Education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08995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May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HYNK UNLIMITED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08995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11585" y="6196073"/>
            <a:ext cx="313442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400" spc="6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Collaborative Learning Culture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11585" y="7658843"/>
            <a:ext cx="313442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400" spc="6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Accessible Learning Resources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50956" y="6119873"/>
            <a:ext cx="540834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50956" y="7582643"/>
            <a:ext cx="540834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624235"/>
            <a:ext cx="7599515" cy="315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b="true" sz="6999" spc="-70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Empowering Through Knowledge Sharing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08995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May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HYNK UNLIMITED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08995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62979" y="6465167"/>
            <a:ext cx="46444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400" spc="6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High Achievement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41773" y="6465167"/>
            <a:ext cx="46444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400" spc="6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Quality Assurance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62979" y="6950804"/>
            <a:ext cx="571752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41773" y="6950804"/>
            <a:ext cx="571752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62979" y="3478960"/>
            <a:ext cx="7632799" cy="213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b="true" sz="6999" spc="-70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Driven By Academic Excellence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08995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May 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HYNK UNLIMITED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08995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45318"/>
            <a:ext cx="7300900" cy="213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b="true" sz="6999" spc="-70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Technology Meets Traditional Values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02939" y="5680704"/>
            <a:ext cx="485538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400" spc="6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Hybrid Learning Models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02939" y="7280765"/>
            <a:ext cx="485538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400" spc="6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Digital Skill Integration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02939" y="6166340"/>
            <a:ext cx="597716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2939" y="7766402"/>
            <a:ext cx="597716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08995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May 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HYNK UNLIMITED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08995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77287"/>
            <a:ext cx="7953355" cy="213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b="true" sz="6999" spc="-70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Cultivating Passion For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842813"/>
            <a:ext cx="215669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400" spc="6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25928" y="5842813"/>
            <a:ext cx="215669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400" spc="6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39915" y="5766613"/>
            <a:ext cx="2654969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37144" y="5766613"/>
            <a:ext cx="2654969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08995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May 2026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HYNK UNLIMITED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08995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48984"/>
            <a:ext cx="7790242" cy="213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b="true" sz="6999" spc="-70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Academic Programs Offered Here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989644"/>
            <a:ext cx="624438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400" spc="6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Undergraduate Degree Options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657029"/>
            <a:ext cx="624438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400" spc="6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Postgraduate Study Paths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475281"/>
            <a:ext cx="62443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142666"/>
            <a:ext cx="62443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08995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May 2026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HYNK UNLIMITED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08995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2034564"/>
            <a:ext cx="3623439" cy="418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b="true" sz="6999" spc="-70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Modern Campus Facilities Available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6871449"/>
            <a:ext cx="523794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400" spc="6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Interactive Classrooms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7357086"/>
            <a:ext cx="644809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veniam, quis nost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rud exercitation ullamco laboris nisi ut aliquip ex ea commodo consequat.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08995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May 2026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21349" y="2642537"/>
            <a:ext cx="11645301" cy="448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90"/>
              </a:lnSpc>
            </a:pPr>
            <a:r>
              <a:rPr lang="en-US" b="true" sz="18211" spc="-1839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 so much!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94609" y="7558738"/>
            <a:ext cx="649878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Lorem ipsum dol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or sit amet, consectetur adipiscing elit, sed do eiusmod tempor incididunt ut labore et dolore magna aliqua.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HYNK UNLIMITED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08995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02970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www.reallyg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reatsite.com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08995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DAHX-DecEE4</dc:identifier>
  <dcterms:modified xsi:type="dcterms:W3CDTF">2011-08-01T06:04:30Z</dcterms:modified>
  <cp:revision>1</cp:revision>
  <dc:title>Black and White Modern Education Presentation</dc:title>
</cp:coreProperties>
</file>