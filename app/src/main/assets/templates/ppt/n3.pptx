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1" r:id="rId11"/>
    <p:sldId id="262" r:id="rId12"/>
    <p:sldId id="263" r:id="rId13"/>
    <p:sldId id="265" r:id="rId15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odec Pro Bold" charset="1" panose="00000600000000000000"/>
      <p:regular r:id="rId21"/>
    </p:embeddedFont>
    <p:embeddedFont>
      <p:font typeface="Codec Pro" charset="1" panose="00000500000000000000"/>
      <p:regular r:id="rId22"/>
    </p:embeddedFont>
    <p:embeddedFont>
      <p:font typeface="Codec Pro Light" charset="1" panose="00000300000000000000"/>
      <p:regular r:id="rId23"/>
    </p:embeddedFont>
    <p:embeddedFont>
      <p:font typeface="Codec Pro Ultra-Bold" charset="1" panose="000007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5" Type="http://schemas.openxmlformats.org/officeDocument/2006/relationships/slide" Target="slides/slide10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7" Type="http://schemas.openxmlformats.org/officeDocument/2006/relationships/image" Target="../media/image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17.png"/><Relationship Id="rId6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image" Target="../media/image21.png"/><Relationship Id="rId5" Type="http://schemas.openxmlformats.org/officeDocument/2006/relationships/image" Target="../media/image22.svg"/><Relationship Id="rId6" Type="http://schemas.openxmlformats.org/officeDocument/2006/relationships/image" Target="../media/image23.png"/><Relationship Id="rId7" Type="http://schemas.openxmlformats.org/officeDocument/2006/relationships/image" Target="../media/image24.svg"/><Relationship Id="rId8" Type="http://schemas.openxmlformats.org/officeDocument/2006/relationships/image" Target="../media/image25.png"/><Relationship Id="rId9" Type="http://schemas.openxmlformats.org/officeDocument/2006/relationships/image" Target="../media/image26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4" Type="http://schemas.openxmlformats.org/officeDocument/2006/relationships/image" Target="../media/image28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36.png"/><Relationship Id="rId4" Type="http://schemas.openxmlformats.org/officeDocument/2006/relationships/image" Target="../media/image37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17113">
            <a:off x="5883917" y="1234359"/>
            <a:ext cx="14781302" cy="8437523"/>
          </a:xfrm>
          <a:custGeom>
            <a:avLst/>
            <a:gdLst/>
            <a:ahLst/>
            <a:cxnLst/>
            <a:rect r="r" b="b" t="t" l="l"/>
            <a:pathLst>
              <a:path h="8437523" w="14781302">
                <a:moveTo>
                  <a:pt x="0" y="0"/>
                </a:moveTo>
                <a:lnTo>
                  <a:pt x="14781301" y="0"/>
                </a:lnTo>
                <a:lnTo>
                  <a:pt x="14781301" y="8437524"/>
                </a:lnTo>
                <a:lnTo>
                  <a:pt x="0" y="8437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53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073236">
            <a:off x="-7114306" y="4625135"/>
            <a:ext cx="14228613" cy="8122035"/>
          </a:xfrm>
          <a:custGeom>
            <a:avLst/>
            <a:gdLst/>
            <a:ahLst/>
            <a:cxnLst/>
            <a:rect r="r" b="b" t="t" l="l"/>
            <a:pathLst>
              <a:path h="8122035" w="14228613">
                <a:moveTo>
                  <a:pt x="0" y="0"/>
                </a:moveTo>
                <a:lnTo>
                  <a:pt x="14228612" y="0"/>
                </a:lnTo>
                <a:lnTo>
                  <a:pt x="14228612" y="8122036"/>
                </a:lnTo>
                <a:lnTo>
                  <a:pt x="0" y="8122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0" t="0" r="-4534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02355" y="8510893"/>
            <a:ext cx="845708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10"/>
              </a:lnSpc>
            </a:pPr>
            <a:r>
              <a:rPr lang="en-US" b="true" sz="2100">
                <a:solidFill>
                  <a:srgbClr val="0B13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Written by Samira hadid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2355" y="8926830"/>
            <a:ext cx="845708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10"/>
              </a:lnSpc>
            </a:pPr>
            <a:r>
              <a:rPr lang="en-US" sz="2100">
                <a:solidFill>
                  <a:srgbClr val="0B1320"/>
                </a:solidFill>
                <a:latin typeface="Codec Pro"/>
                <a:ea typeface="Codec Pro"/>
                <a:cs typeface="Codec Pro"/>
                <a:sym typeface="Codec Pro"/>
              </a:rPr>
              <a:t>Student ID: 1234567890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2355" y="4895755"/>
            <a:ext cx="8260971" cy="330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Thesis Defense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85007" y="2087536"/>
            <a:ext cx="5385700" cy="1212851"/>
            <a:chOff x="0" y="0"/>
            <a:chExt cx="7180934" cy="161713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2127434" y="546947"/>
              <a:ext cx="5053500" cy="504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400" b="true">
                  <a:solidFill>
                    <a:srgbClr val="1C191A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Introduction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50"/>
              <a:ext cx="2127434" cy="1598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000"/>
                </a:lnSpc>
              </a:pPr>
              <a:r>
                <a:rPr lang="en-US" sz="8000">
                  <a:solidFill>
                    <a:srgbClr val="C10404"/>
                  </a:solidFill>
                  <a:latin typeface="Codec Pro Light"/>
                  <a:ea typeface="Codec Pro Light"/>
                  <a:cs typeface="Codec Pro Light"/>
                  <a:sym typeface="Codec Pro Light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85007" y="5353588"/>
            <a:ext cx="5385700" cy="1212851"/>
            <a:chOff x="0" y="0"/>
            <a:chExt cx="7180934" cy="161713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127434" y="548747"/>
              <a:ext cx="5053500" cy="504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400" b="true">
                  <a:solidFill>
                    <a:srgbClr val="1C191A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Research Objectives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050"/>
              <a:ext cx="2127434" cy="1598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trike="noStrike" u="none">
                  <a:solidFill>
                    <a:srgbClr val="C10404"/>
                  </a:solidFill>
                  <a:latin typeface="Codec Pro Light"/>
                  <a:ea typeface="Codec Pro Light"/>
                  <a:cs typeface="Codec Pro Light"/>
                  <a:sym typeface="Codec Pro Light"/>
                </a:rPr>
                <a:t>03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85007" y="3720562"/>
            <a:ext cx="5385700" cy="1212851"/>
            <a:chOff x="0" y="0"/>
            <a:chExt cx="7180934" cy="161713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2127434" y="546947"/>
              <a:ext cx="5053500" cy="504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400" b="true">
                  <a:solidFill>
                    <a:srgbClr val="1C191A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Problem Statement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9050"/>
              <a:ext cx="2127434" cy="1598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trike="noStrike" u="none">
                  <a:solidFill>
                    <a:srgbClr val="C10404"/>
                  </a:solidFill>
                  <a:latin typeface="Codec Pro Light"/>
                  <a:ea typeface="Codec Pro Light"/>
                  <a:cs typeface="Codec Pro Light"/>
                  <a:sym typeface="Codec Pro Light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85007" y="6986614"/>
            <a:ext cx="5385700" cy="1212851"/>
            <a:chOff x="0" y="0"/>
            <a:chExt cx="7180934" cy="161713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2127434" y="548747"/>
              <a:ext cx="5053500" cy="5041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400" b="true">
                  <a:solidFill>
                    <a:srgbClr val="1C191A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Significan</a:t>
              </a:r>
              <a:r>
                <a:rPr lang="en-US" sz="2400" b="true">
                  <a:solidFill>
                    <a:srgbClr val="1C191A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ce of the Study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9050"/>
              <a:ext cx="2127434" cy="1598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trike="noStrike" u="none">
                  <a:solidFill>
                    <a:srgbClr val="C10404"/>
                  </a:solidFill>
                  <a:latin typeface="Codec Pro Light"/>
                  <a:ea typeface="Codec Pro Light"/>
                  <a:cs typeface="Codec Pro Light"/>
                  <a:sym typeface="Codec Pro Light"/>
                </a:rPr>
                <a:t>04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0980582" y="3344045"/>
            <a:ext cx="5465527" cy="0"/>
          </a:xfrm>
          <a:prstGeom prst="line">
            <a:avLst/>
          </a:prstGeom>
          <a:ln cap="flat" w="38100">
            <a:solidFill>
              <a:srgbClr val="CDDA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0980582" y="5060285"/>
            <a:ext cx="5465527" cy="0"/>
          </a:xfrm>
          <a:prstGeom prst="line">
            <a:avLst/>
          </a:prstGeom>
          <a:ln cap="flat" w="38100">
            <a:solidFill>
              <a:srgbClr val="CDDA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0980582" y="6776526"/>
            <a:ext cx="5465527" cy="0"/>
          </a:xfrm>
          <a:prstGeom prst="line">
            <a:avLst/>
          </a:prstGeom>
          <a:ln cap="flat" w="38100">
            <a:solidFill>
              <a:srgbClr val="CDDA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08080" y="4623435"/>
            <a:ext cx="6108624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17113">
            <a:off x="1350314" y="-5164095"/>
            <a:ext cx="15587372" cy="20615191"/>
          </a:xfrm>
          <a:custGeom>
            <a:avLst/>
            <a:gdLst/>
            <a:ahLst/>
            <a:cxnLst/>
            <a:rect r="r" b="b" t="t" l="l"/>
            <a:pathLst>
              <a:path h="20615191" w="15587372">
                <a:moveTo>
                  <a:pt x="15587372" y="3284292"/>
                </a:moveTo>
                <a:lnTo>
                  <a:pt x="9748630" y="20615190"/>
                </a:lnTo>
                <a:lnTo>
                  <a:pt x="0" y="17330898"/>
                </a:lnTo>
                <a:lnTo>
                  <a:pt x="5838742" y="0"/>
                </a:lnTo>
                <a:lnTo>
                  <a:pt x="15587372" y="3284292"/>
                </a:lnTo>
                <a:close/>
              </a:path>
            </a:pathLst>
          </a:custGeom>
          <a:blipFill>
            <a:blip r:embed="rId2"/>
            <a:stretch>
              <a:fillRect l="-65846" t="0" r="-17091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59228"/>
            <a:ext cx="16230600" cy="8568545"/>
            <a:chOff x="0" y="0"/>
            <a:chExt cx="1720256" cy="9081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0256" cy="908167"/>
            </a:xfrm>
            <a:custGeom>
              <a:avLst/>
              <a:gdLst/>
              <a:ahLst/>
              <a:cxnLst/>
              <a:rect r="r" b="b" t="t" l="l"/>
              <a:pathLst>
                <a:path h="908167" w="1720256">
                  <a:moveTo>
                    <a:pt x="2981" y="0"/>
                  </a:moveTo>
                  <a:lnTo>
                    <a:pt x="1717275" y="0"/>
                  </a:lnTo>
                  <a:cubicBezTo>
                    <a:pt x="1718065" y="0"/>
                    <a:pt x="1718824" y="314"/>
                    <a:pt x="1719383" y="873"/>
                  </a:cubicBezTo>
                  <a:cubicBezTo>
                    <a:pt x="1719942" y="1432"/>
                    <a:pt x="1720256" y="2191"/>
                    <a:pt x="1720256" y="2981"/>
                  </a:cubicBezTo>
                  <a:lnTo>
                    <a:pt x="1720256" y="905186"/>
                  </a:lnTo>
                  <a:cubicBezTo>
                    <a:pt x="1720256" y="905976"/>
                    <a:pt x="1719942" y="906734"/>
                    <a:pt x="1719383" y="907294"/>
                  </a:cubicBezTo>
                  <a:cubicBezTo>
                    <a:pt x="1718824" y="907853"/>
                    <a:pt x="1718065" y="908167"/>
                    <a:pt x="1717275" y="908167"/>
                  </a:cubicBezTo>
                  <a:lnTo>
                    <a:pt x="2981" y="908167"/>
                  </a:lnTo>
                  <a:cubicBezTo>
                    <a:pt x="2191" y="908167"/>
                    <a:pt x="1432" y="907853"/>
                    <a:pt x="873" y="907294"/>
                  </a:cubicBezTo>
                  <a:cubicBezTo>
                    <a:pt x="314" y="906734"/>
                    <a:pt x="0" y="905976"/>
                    <a:pt x="0" y="905186"/>
                  </a:cubicBezTo>
                  <a:lnTo>
                    <a:pt x="0" y="2981"/>
                  </a:lnTo>
                  <a:cubicBezTo>
                    <a:pt x="0" y="2191"/>
                    <a:pt x="314" y="1432"/>
                    <a:pt x="873" y="873"/>
                  </a:cubicBezTo>
                  <a:cubicBezTo>
                    <a:pt x="1432" y="314"/>
                    <a:pt x="2191" y="0"/>
                    <a:pt x="298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20256" cy="946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845080" y="5766145"/>
            <a:ext cx="7133771" cy="249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Int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ger aliquam, o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io in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 c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ursus l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borti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, l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ect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us m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etu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faucibus mi, vita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e 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cursus qu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a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m ipsum at augue. Pellentesque lobo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r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tis 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ommodo ferment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u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m. Suspendisse pellentesque elementum elit id congue. Etiam et augue feugiat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, v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olutpat 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psum e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t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, m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a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ttis f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lis. Aenean auctor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 s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api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n in congue efficitur. Nulla vel 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m</a:t>
            </a:r>
            <a:r>
              <a:rPr lang="en-US" sz="1999" spc="-39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i ut odio feugiat rhoncus et in massa.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45080" y="2467265"/>
            <a:ext cx="7486517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45080" y="5054281"/>
            <a:ext cx="7592648" cy="4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Opening of My Thesis Defense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47589" y="1737879"/>
            <a:ext cx="6265343" cy="6811242"/>
            <a:chOff x="0" y="0"/>
            <a:chExt cx="970666" cy="1055240"/>
          </a:xfrm>
        </p:grpSpPr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8944" y="3990918"/>
            <a:ext cx="3168727" cy="2048479"/>
            <a:chOff x="0" y="0"/>
            <a:chExt cx="1731986" cy="1119672"/>
          </a:xfrm>
        </p:grpSpPr>
      </p:grpSp>
      <p:grpSp>
        <p:nvGrpSpPr>
          <p:cNvPr name="Group 4" id="4"/>
          <p:cNvGrpSpPr/>
          <p:nvPr/>
        </p:nvGrpSpPr>
        <p:grpSpPr>
          <a:xfrm rot="0">
            <a:off x="5437619" y="3990918"/>
            <a:ext cx="3168727" cy="2048479"/>
            <a:chOff x="0" y="0"/>
            <a:chExt cx="1731986" cy="1119672"/>
          </a:xfrm>
        </p:grpSpPr>
      </p:grpSp>
      <p:grpSp>
        <p:nvGrpSpPr>
          <p:cNvPr name="Group 6" id="6"/>
          <p:cNvGrpSpPr/>
          <p:nvPr/>
        </p:nvGrpSpPr>
        <p:grpSpPr>
          <a:xfrm rot="0">
            <a:off x="9406446" y="3990918"/>
            <a:ext cx="3168727" cy="2048479"/>
            <a:chOff x="0" y="0"/>
            <a:chExt cx="1731986" cy="1119672"/>
          </a:xfrm>
        </p:grpSpPr>
      </p:grpSp>
      <p:grpSp>
        <p:nvGrpSpPr>
          <p:cNvPr name="Group 8" id="8"/>
          <p:cNvGrpSpPr/>
          <p:nvPr/>
        </p:nvGrpSpPr>
        <p:grpSpPr>
          <a:xfrm rot="0">
            <a:off x="13375273" y="3990918"/>
            <a:ext cx="3168727" cy="2048479"/>
            <a:chOff x="0" y="0"/>
            <a:chExt cx="1731986" cy="1119672"/>
          </a:xfrm>
        </p:grpSpPr>
      </p:grpSp>
      <p:sp>
        <p:nvSpPr>
          <p:cNvPr name="Freeform 10" id="10"/>
          <p:cNvSpPr/>
          <p:nvPr/>
        </p:nvSpPr>
        <p:spPr>
          <a:xfrm flipH="false" flipV="false" rot="2700000">
            <a:off x="4829548" y="4816585"/>
            <a:ext cx="397144" cy="397144"/>
          </a:xfrm>
          <a:custGeom>
            <a:avLst/>
            <a:gdLst/>
            <a:ahLst/>
            <a:cxnLst/>
            <a:rect r="r" b="b" t="t" l="l"/>
            <a:pathLst>
              <a:path h="397144" w="397144">
                <a:moveTo>
                  <a:pt x="0" y="0"/>
                </a:moveTo>
                <a:lnTo>
                  <a:pt x="397144" y="0"/>
                </a:lnTo>
                <a:lnTo>
                  <a:pt x="397144" y="397144"/>
                </a:lnTo>
                <a:lnTo>
                  <a:pt x="0" y="3971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700000">
            <a:off x="8821947" y="4816585"/>
            <a:ext cx="397144" cy="397144"/>
          </a:xfrm>
          <a:custGeom>
            <a:avLst/>
            <a:gdLst/>
            <a:ahLst/>
            <a:cxnLst/>
            <a:rect r="r" b="b" t="t" l="l"/>
            <a:pathLst>
              <a:path h="397144" w="397144">
                <a:moveTo>
                  <a:pt x="0" y="0"/>
                </a:moveTo>
                <a:lnTo>
                  <a:pt x="397144" y="0"/>
                </a:lnTo>
                <a:lnTo>
                  <a:pt x="397144" y="397144"/>
                </a:lnTo>
                <a:lnTo>
                  <a:pt x="0" y="3971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700000">
            <a:off x="12790774" y="4816585"/>
            <a:ext cx="397144" cy="397144"/>
          </a:xfrm>
          <a:custGeom>
            <a:avLst/>
            <a:gdLst/>
            <a:ahLst/>
            <a:cxnLst/>
            <a:rect r="r" b="b" t="t" l="l"/>
            <a:pathLst>
              <a:path h="397144" w="397144">
                <a:moveTo>
                  <a:pt x="0" y="0"/>
                </a:moveTo>
                <a:lnTo>
                  <a:pt x="397144" y="0"/>
                </a:lnTo>
                <a:lnTo>
                  <a:pt x="397144" y="397144"/>
                </a:lnTo>
                <a:lnTo>
                  <a:pt x="0" y="3971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87491" y="1336672"/>
            <a:ext cx="9208615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Step by Step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8944" y="6263789"/>
            <a:ext cx="3168727" cy="4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Introduction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8944" y="3430619"/>
            <a:ext cx="316872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C10404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Step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37619" y="3430619"/>
            <a:ext cx="316872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C10404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Step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06446" y="3430619"/>
            <a:ext cx="316872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C10404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Step 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75273" y="3430619"/>
            <a:ext cx="316872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C10404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Step 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37619" y="6250454"/>
            <a:ext cx="2716848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Research Objectives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06446" y="6250454"/>
            <a:ext cx="2579319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 Statement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75273" y="6250454"/>
            <a:ext cx="2677554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Significance of the Study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8944" y="7350128"/>
            <a:ext cx="316872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</a:pPr>
            <a:r>
              <a:rPr lang="en-US" sz="1800" spc="-36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Integer aliquam, odio in cursus lobortis, lectus metus faucibus mi, vitae cursus quam ipsum at augue.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37619" y="7350128"/>
            <a:ext cx="316872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</a:pPr>
            <a:r>
              <a:rPr lang="en-US" sz="1800" spc="-36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Integer aliquam, odio in cursus lobortis, lectus metus faucibus mi, vitae cursus quam ipsum at augue.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06446" y="7350128"/>
            <a:ext cx="316872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</a:pPr>
            <a:r>
              <a:rPr lang="en-US" sz="1800" spc="-36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Integer aliquam, odio in cursus lobortis, lectus metus faucibus mi, vitae cursus quam ipsum at augue.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75273" y="7350128"/>
            <a:ext cx="316872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</a:pPr>
            <a:r>
              <a:rPr lang="en-US" sz="1800" spc="-36" strike="noStrike" u="none">
                <a:solidFill>
                  <a:srgbClr val="323232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Integer aliquam, odio in cursus lobortis, lectus metus faucibus mi, vitae cursus quam ipsum at augue.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059547">
            <a:off x="2351295" y="-4813490"/>
            <a:ext cx="13585410" cy="19913980"/>
          </a:xfrm>
          <a:custGeom>
            <a:avLst/>
            <a:gdLst/>
            <a:ahLst/>
            <a:cxnLst/>
            <a:rect r="r" b="b" t="t" l="l"/>
            <a:pathLst>
              <a:path h="19913980" w="13585410">
                <a:moveTo>
                  <a:pt x="3487153" y="0"/>
                </a:moveTo>
                <a:lnTo>
                  <a:pt x="0" y="17952457"/>
                </a:lnTo>
                <a:lnTo>
                  <a:pt x="10098257" y="19913980"/>
                </a:lnTo>
                <a:lnTo>
                  <a:pt x="13585410" y="1961523"/>
                </a:lnTo>
                <a:lnTo>
                  <a:pt x="3487153" y="0"/>
                </a:lnTo>
                <a:close/>
              </a:path>
            </a:pathLst>
          </a:custGeom>
          <a:blipFill>
            <a:blip r:embed="rId2"/>
            <a:stretch>
              <a:fillRect l="0" t="-31145" r="-114611" b="-255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3877" y="3074617"/>
            <a:ext cx="7480295" cy="6022003"/>
            <a:chOff x="0" y="0"/>
            <a:chExt cx="1970119" cy="15860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0119" cy="1586042"/>
            </a:xfrm>
            <a:custGeom>
              <a:avLst/>
              <a:gdLst/>
              <a:ahLst/>
              <a:cxnLst/>
              <a:rect r="r" b="b" t="t" l="l"/>
              <a:pathLst>
                <a:path h="1586042" w="1970119">
                  <a:moveTo>
                    <a:pt x="0" y="0"/>
                  </a:moveTo>
                  <a:lnTo>
                    <a:pt x="1970119" y="0"/>
                  </a:lnTo>
                  <a:lnTo>
                    <a:pt x="1970119" y="1586042"/>
                  </a:lnTo>
                  <a:lnTo>
                    <a:pt x="0" y="1586042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970119" cy="160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53828" y="3074617"/>
            <a:ext cx="7480295" cy="6022003"/>
            <a:chOff x="0" y="0"/>
            <a:chExt cx="1970119" cy="15860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0119" cy="1586042"/>
            </a:xfrm>
            <a:custGeom>
              <a:avLst/>
              <a:gdLst/>
              <a:ahLst/>
              <a:cxnLst/>
              <a:rect r="r" b="b" t="t" l="l"/>
              <a:pathLst>
                <a:path h="1586042" w="1970119">
                  <a:moveTo>
                    <a:pt x="0" y="0"/>
                  </a:moveTo>
                  <a:lnTo>
                    <a:pt x="1970119" y="0"/>
                  </a:lnTo>
                  <a:lnTo>
                    <a:pt x="1970119" y="1586042"/>
                  </a:lnTo>
                  <a:lnTo>
                    <a:pt x="0" y="1586042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970119" cy="160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155748" y="3357778"/>
            <a:ext cx="1293330" cy="1327111"/>
          </a:xfrm>
          <a:custGeom>
            <a:avLst/>
            <a:gdLst/>
            <a:ahLst/>
            <a:cxnLst/>
            <a:rect r="r" b="b" t="t" l="l"/>
            <a:pathLst>
              <a:path h="1327111" w="1293330">
                <a:moveTo>
                  <a:pt x="0" y="0"/>
                </a:moveTo>
                <a:lnTo>
                  <a:pt x="1293331" y="0"/>
                </a:lnTo>
                <a:lnTo>
                  <a:pt x="1293331" y="1327112"/>
                </a:lnTo>
                <a:lnTo>
                  <a:pt x="0" y="1327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55700" y="3357778"/>
            <a:ext cx="1268658" cy="1285013"/>
          </a:xfrm>
          <a:custGeom>
            <a:avLst/>
            <a:gdLst/>
            <a:ahLst/>
            <a:cxnLst/>
            <a:rect r="r" b="b" t="t" l="l"/>
            <a:pathLst>
              <a:path h="1285013" w="1268658">
                <a:moveTo>
                  <a:pt x="0" y="0"/>
                </a:moveTo>
                <a:lnTo>
                  <a:pt x="1268658" y="0"/>
                </a:lnTo>
                <a:lnTo>
                  <a:pt x="1268658" y="1285013"/>
                </a:lnTo>
                <a:lnTo>
                  <a:pt x="0" y="12850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7491" y="1336672"/>
            <a:ext cx="10128823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80420" y="6654337"/>
            <a:ext cx="625188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Integer aliquam, odio in cursus lobortis, lectus metus faucibus mi, vitae cursus quam ipsum at augue.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Pellentesque lobortis commodo fermentum. Suspendisse pellentesque elementum elit id congue.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80372" y="6654337"/>
            <a:ext cx="625188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Integer aliquam, odio in cursus lobortis, lectus metus faucibus mi, vitae cursus quam ipsum at augue.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Pellentesque lobortis commodo fermentum. Suspendisse pellentesque elementum elit id congue.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5748" y="5275440"/>
            <a:ext cx="6276552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Background of</a:t>
            </a:r>
          </a:p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My Thesis Defense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55700" y="5275440"/>
            <a:ext cx="6276552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Problem That Keeps</a:t>
            </a:r>
          </a:p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 Thinking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877" y="3074617"/>
            <a:ext cx="7480295" cy="3010791"/>
            <a:chOff x="0" y="0"/>
            <a:chExt cx="1970119" cy="792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0119" cy="792966"/>
            </a:xfrm>
            <a:custGeom>
              <a:avLst/>
              <a:gdLst/>
              <a:ahLst/>
              <a:cxnLst/>
              <a:rect r="r" b="b" t="t" l="l"/>
              <a:pathLst>
                <a:path h="792966" w="1970119">
                  <a:moveTo>
                    <a:pt x="0" y="0"/>
                  </a:moveTo>
                  <a:lnTo>
                    <a:pt x="1970119" y="0"/>
                  </a:lnTo>
                  <a:lnTo>
                    <a:pt x="1970119" y="792966"/>
                  </a:lnTo>
                  <a:lnTo>
                    <a:pt x="0" y="792966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70119" cy="812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3877" y="6365023"/>
            <a:ext cx="7480295" cy="2893277"/>
            <a:chOff x="0" y="0"/>
            <a:chExt cx="1970119" cy="762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0119" cy="762015"/>
            </a:xfrm>
            <a:custGeom>
              <a:avLst/>
              <a:gdLst/>
              <a:ahLst/>
              <a:cxnLst/>
              <a:rect r="r" b="b" t="t" l="l"/>
              <a:pathLst>
                <a:path h="762015" w="1970119">
                  <a:moveTo>
                    <a:pt x="0" y="0"/>
                  </a:moveTo>
                  <a:lnTo>
                    <a:pt x="1970119" y="0"/>
                  </a:lnTo>
                  <a:lnTo>
                    <a:pt x="1970119" y="762015"/>
                  </a:lnTo>
                  <a:lnTo>
                    <a:pt x="0" y="762015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70119" cy="781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53828" y="3074617"/>
            <a:ext cx="7480295" cy="3010791"/>
            <a:chOff x="0" y="0"/>
            <a:chExt cx="1970119" cy="792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0119" cy="792966"/>
            </a:xfrm>
            <a:custGeom>
              <a:avLst/>
              <a:gdLst/>
              <a:ahLst/>
              <a:cxnLst/>
              <a:rect r="r" b="b" t="t" l="l"/>
              <a:pathLst>
                <a:path h="792966" w="1970119">
                  <a:moveTo>
                    <a:pt x="0" y="0"/>
                  </a:moveTo>
                  <a:lnTo>
                    <a:pt x="1970119" y="0"/>
                  </a:lnTo>
                  <a:lnTo>
                    <a:pt x="1970119" y="792966"/>
                  </a:lnTo>
                  <a:lnTo>
                    <a:pt x="0" y="792966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970119" cy="812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53828" y="6365023"/>
            <a:ext cx="7480295" cy="2893277"/>
            <a:chOff x="0" y="0"/>
            <a:chExt cx="1970119" cy="7620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70119" cy="762015"/>
            </a:xfrm>
            <a:custGeom>
              <a:avLst/>
              <a:gdLst/>
              <a:ahLst/>
              <a:cxnLst/>
              <a:rect r="r" b="b" t="t" l="l"/>
              <a:pathLst>
                <a:path h="762015" w="1970119">
                  <a:moveTo>
                    <a:pt x="0" y="0"/>
                  </a:moveTo>
                  <a:lnTo>
                    <a:pt x="1970119" y="0"/>
                  </a:lnTo>
                  <a:lnTo>
                    <a:pt x="1970119" y="762015"/>
                  </a:lnTo>
                  <a:lnTo>
                    <a:pt x="0" y="762015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970119" cy="781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822879" y="3721645"/>
            <a:ext cx="1361775" cy="1327111"/>
          </a:xfrm>
          <a:custGeom>
            <a:avLst/>
            <a:gdLst/>
            <a:ahLst/>
            <a:cxnLst/>
            <a:rect r="r" b="b" t="t" l="l"/>
            <a:pathLst>
              <a:path h="1327111" w="1361775">
                <a:moveTo>
                  <a:pt x="0" y="0"/>
                </a:moveTo>
                <a:lnTo>
                  <a:pt x="1361774" y="0"/>
                </a:lnTo>
                <a:lnTo>
                  <a:pt x="1361774" y="1327111"/>
                </a:lnTo>
                <a:lnTo>
                  <a:pt x="0" y="1327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93133" y="7223603"/>
            <a:ext cx="1418562" cy="1176117"/>
          </a:xfrm>
          <a:custGeom>
            <a:avLst/>
            <a:gdLst/>
            <a:ahLst/>
            <a:cxnLst/>
            <a:rect r="r" b="b" t="t" l="l"/>
            <a:pathLst>
              <a:path h="1176117" w="1418562">
                <a:moveTo>
                  <a:pt x="0" y="0"/>
                </a:moveTo>
                <a:lnTo>
                  <a:pt x="1418561" y="0"/>
                </a:lnTo>
                <a:lnTo>
                  <a:pt x="1418561" y="1176117"/>
                </a:lnTo>
                <a:lnTo>
                  <a:pt x="0" y="1176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627660" y="7010561"/>
            <a:ext cx="1327111" cy="1327111"/>
          </a:xfrm>
          <a:custGeom>
            <a:avLst/>
            <a:gdLst/>
            <a:ahLst/>
            <a:cxnLst/>
            <a:rect r="r" b="b" t="t" l="l"/>
            <a:pathLst>
              <a:path h="1327111" w="1327111">
                <a:moveTo>
                  <a:pt x="0" y="0"/>
                </a:moveTo>
                <a:lnTo>
                  <a:pt x="1327111" y="0"/>
                </a:lnTo>
                <a:lnTo>
                  <a:pt x="1327111" y="1327111"/>
                </a:lnTo>
                <a:lnTo>
                  <a:pt x="0" y="1327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190736" y="3778911"/>
            <a:ext cx="1223355" cy="1327111"/>
          </a:xfrm>
          <a:custGeom>
            <a:avLst/>
            <a:gdLst/>
            <a:ahLst/>
            <a:cxnLst/>
            <a:rect r="r" b="b" t="t" l="l"/>
            <a:pathLst>
              <a:path h="1327111" w="1223355">
                <a:moveTo>
                  <a:pt x="0" y="0"/>
                </a:moveTo>
                <a:lnTo>
                  <a:pt x="1223355" y="0"/>
                </a:lnTo>
                <a:lnTo>
                  <a:pt x="1223355" y="1327112"/>
                </a:lnTo>
                <a:lnTo>
                  <a:pt x="0" y="13271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87491" y="1336672"/>
            <a:ext cx="10128823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Research Objectives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23742" y="4298438"/>
            <a:ext cx="4839724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Int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ger aliquam, o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io in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c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ursus l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borti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, l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ect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us m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etu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faucibus mi.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23742" y="7530087"/>
            <a:ext cx="4839724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Int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ger aliquam, o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io in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c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ursus l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borti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, l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ect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us m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etu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faucibus mi.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3742" y="3759861"/>
            <a:ext cx="4839724" cy="4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First Step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23742" y="6991511"/>
            <a:ext cx="4839724" cy="4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Great Teamwork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23693" y="4298438"/>
            <a:ext cx="4839724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Int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ger aliquam, o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io in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c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ursus l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borti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, l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ect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us m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etu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faucibus mi.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23693" y="7530087"/>
            <a:ext cx="4839724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Int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ger aliquam, o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io in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c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ursus l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borti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, l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ect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us m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etu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faucibus mi.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23693" y="3759861"/>
            <a:ext cx="4839724" cy="4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We Try to Investigate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23693" y="6991511"/>
            <a:ext cx="4839724" cy="4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We Analyze The Insight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7388" y="3816242"/>
            <a:ext cx="4392115" cy="6470758"/>
            <a:chOff x="0" y="0"/>
            <a:chExt cx="680454" cy="1002490"/>
          </a:xfrm>
        </p:grpSpPr>
      </p:grpSp>
      <p:grpSp>
        <p:nvGrpSpPr>
          <p:cNvPr name="Group 4" id="4"/>
          <p:cNvGrpSpPr/>
          <p:nvPr/>
        </p:nvGrpSpPr>
        <p:grpSpPr>
          <a:xfrm rot="0">
            <a:off x="-424628" y="-460422"/>
            <a:ext cx="4392115" cy="11073951"/>
            <a:chOff x="0" y="0"/>
            <a:chExt cx="680454" cy="1715645"/>
          </a:xfrm>
        </p:grpSpPr>
      </p:grpSp>
      <p:sp>
        <p:nvSpPr>
          <p:cNvPr name="TextBox 6" id="6"/>
          <p:cNvSpPr txBox="true"/>
          <p:nvPr/>
        </p:nvSpPr>
        <p:spPr>
          <a:xfrm rot="0">
            <a:off x="10646583" y="3844817"/>
            <a:ext cx="6090065" cy="19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Significance of the Study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46583" y="6749828"/>
            <a:ext cx="5476189" cy="178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ed et erat non purus fermentum volutpat. Nulla accumsan dictum leo, quis aliquam n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ibh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lobortis eu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Na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m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non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faucibus 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eo. Ves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tib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um 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ante 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ipsum 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primis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in f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au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cib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us orci 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lu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ctus et u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ltric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es p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sue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r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cubi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ia cura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1352" y="4759324"/>
            <a:ext cx="6062578" cy="3778029"/>
            <a:chOff x="0" y="0"/>
            <a:chExt cx="1596728" cy="9950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96729" cy="995036"/>
            </a:xfrm>
            <a:custGeom>
              <a:avLst/>
              <a:gdLst/>
              <a:ahLst/>
              <a:cxnLst/>
              <a:rect r="r" b="b" t="t" l="l"/>
              <a:pathLst>
                <a:path h="995036" w="1596729">
                  <a:moveTo>
                    <a:pt x="0" y="0"/>
                  </a:moveTo>
                  <a:lnTo>
                    <a:pt x="1596729" y="0"/>
                  </a:lnTo>
                  <a:lnTo>
                    <a:pt x="1596729" y="995036"/>
                  </a:lnTo>
                  <a:lnTo>
                    <a:pt x="0" y="995036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96728" cy="1014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783676" y="5645797"/>
            <a:ext cx="3184375" cy="4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Hypotheses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83676" y="6256268"/>
            <a:ext cx="3184375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Int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ger aliquam, o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io in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c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ursus l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borti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, l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ect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us m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etu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800" spc="-36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faucibus mi.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298111" y="5724510"/>
            <a:ext cx="1008605" cy="1327111"/>
          </a:xfrm>
          <a:custGeom>
            <a:avLst/>
            <a:gdLst/>
            <a:ahLst/>
            <a:cxnLst/>
            <a:rect r="r" b="b" t="t" l="l"/>
            <a:pathLst>
              <a:path h="1327111" w="1008605">
                <a:moveTo>
                  <a:pt x="0" y="0"/>
                </a:moveTo>
                <a:lnTo>
                  <a:pt x="1008605" y="0"/>
                </a:lnTo>
                <a:lnTo>
                  <a:pt x="1008605" y="1327111"/>
                </a:lnTo>
                <a:lnTo>
                  <a:pt x="0" y="1327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65563" y="3586304"/>
            <a:ext cx="4944350" cy="5251451"/>
            <a:chOff x="0" y="0"/>
            <a:chExt cx="1302216" cy="13830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2216" cy="1383098"/>
            </a:xfrm>
            <a:custGeom>
              <a:avLst/>
              <a:gdLst/>
              <a:ahLst/>
              <a:cxnLst/>
              <a:rect r="r" b="b" t="t" l="l"/>
              <a:pathLst>
                <a:path h="1383098" w="1302216">
                  <a:moveTo>
                    <a:pt x="37579" y="0"/>
                  </a:moveTo>
                  <a:lnTo>
                    <a:pt x="1264636" y="0"/>
                  </a:lnTo>
                  <a:cubicBezTo>
                    <a:pt x="1285391" y="0"/>
                    <a:pt x="1302216" y="16825"/>
                    <a:pt x="1302216" y="37579"/>
                  </a:cubicBezTo>
                  <a:lnTo>
                    <a:pt x="1302216" y="1345519"/>
                  </a:lnTo>
                  <a:cubicBezTo>
                    <a:pt x="1302216" y="1366273"/>
                    <a:pt x="1285391" y="1383098"/>
                    <a:pt x="1264636" y="1383098"/>
                  </a:cubicBezTo>
                  <a:lnTo>
                    <a:pt x="37579" y="1383098"/>
                  </a:lnTo>
                  <a:cubicBezTo>
                    <a:pt x="16825" y="1383098"/>
                    <a:pt x="0" y="1366273"/>
                    <a:pt x="0" y="1345519"/>
                  </a:cubicBezTo>
                  <a:lnTo>
                    <a:pt x="0" y="37579"/>
                  </a:lnTo>
                  <a:cubicBezTo>
                    <a:pt x="0" y="16825"/>
                    <a:pt x="16825" y="0"/>
                    <a:pt x="37579" y="0"/>
                  </a:cubicBezTo>
                  <a:close/>
                </a:path>
              </a:pathLst>
            </a:custGeom>
            <a:ln w="19050" cap="rnd">
              <a:solidFill>
                <a:srgbClr val="1C191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302216" cy="1459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30442" y="3586304"/>
            <a:ext cx="4944350" cy="5251451"/>
            <a:chOff x="0" y="0"/>
            <a:chExt cx="1302216" cy="13830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2216" cy="1383098"/>
            </a:xfrm>
            <a:custGeom>
              <a:avLst/>
              <a:gdLst/>
              <a:ahLst/>
              <a:cxnLst/>
              <a:rect r="r" b="b" t="t" l="l"/>
              <a:pathLst>
                <a:path h="1383098" w="1302216">
                  <a:moveTo>
                    <a:pt x="37579" y="0"/>
                  </a:moveTo>
                  <a:lnTo>
                    <a:pt x="1264636" y="0"/>
                  </a:lnTo>
                  <a:cubicBezTo>
                    <a:pt x="1285391" y="0"/>
                    <a:pt x="1302216" y="16825"/>
                    <a:pt x="1302216" y="37579"/>
                  </a:cubicBezTo>
                  <a:lnTo>
                    <a:pt x="1302216" y="1345519"/>
                  </a:lnTo>
                  <a:cubicBezTo>
                    <a:pt x="1302216" y="1366273"/>
                    <a:pt x="1285391" y="1383098"/>
                    <a:pt x="1264636" y="1383098"/>
                  </a:cubicBezTo>
                  <a:lnTo>
                    <a:pt x="37579" y="1383098"/>
                  </a:lnTo>
                  <a:cubicBezTo>
                    <a:pt x="16825" y="1383098"/>
                    <a:pt x="0" y="1366273"/>
                    <a:pt x="0" y="1345519"/>
                  </a:cubicBezTo>
                  <a:lnTo>
                    <a:pt x="0" y="37579"/>
                  </a:lnTo>
                  <a:cubicBezTo>
                    <a:pt x="0" y="16825"/>
                    <a:pt x="16825" y="0"/>
                    <a:pt x="3757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91A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302216" cy="1459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93282" y="5275450"/>
            <a:ext cx="4032717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599" b="true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Research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58161" y="5275450"/>
            <a:ext cx="4032717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599" b="true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93282" y="6126668"/>
            <a:ext cx="4032717" cy="178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Int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ger aliquam, o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io in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c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ursus l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borti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, l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ect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us m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etu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faucibus mi, vita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 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cursus qu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a</a:t>
            </a: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m ipsum at augue.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58161" y="6126668"/>
            <a:ext cx="4032717" cy="178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39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Integer aliquam, odio in cursus lobortis, lectus metus faucibus mi, vitae cursus quam ipsum at augue.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65563" y="1589088"/>
            <a:ext cx="13356873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Methodology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93282" y="4187404"/>
            <a:ext cx="1444016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600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</a:t>
            </a:r>
            <a:r>
              <a:rPr lang="en-US" b="true" sz="3600" strike="noStrike" u="none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58161" y="4187404"/>
            <a:ext cx="1444016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600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</p:txBody>
      </p:sp>
      <p:sp>
        <p:nvSpPr>
          <p:cNvPr name="AutoShape 15" id="15"/>
          <p:cNvSpPr/>
          <p:nvPr/>
        </p:nvSpPr>
        <p:spPr>
          <a:xfrm>
            <a:off x="7409913" y="4423624"/>
            <a:ext cx="2620529" cy="0"/>
          </a:xfrm>
          <a:prstGeom prst="line">
            <a:avLst/>
          </a:prstGeom>
          <a:ln cap="flat" w="19050">
            <a:solidFill>
              <a:srgbClr val="1C191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877" y="3074617"/>
            <a:ext cx="7480295" cy="6022003"/>
            <a:chOff x="0" y="0"/>
            <a:chExt cx="1970119" cy="1586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0119" cy="1586042"/>
            </a:xfrm>
            <a:custGeom>
              <a:avLst/>
              <a:gdLst/>
              <a:ahLst/>
              <a:cxnLst/>
              <a:rect r="r" b="b" t="t" l="l"/>
              <a:pathLst>
                <a:path h="1586042" w="1970119">
                  <a:moveTo>
                    <a:pt x="0" y="0"/>
                  </a:moveTo>
                  <a:lnTo>
                    <a:pt x="1970119" y="0"/>
                  </a:lnTo>
                  <a:lnTo>
                    <a:pt x="1970119" y="1586042"/>
                  </a:lnTo>
                  <a:lnTo>
                    <a:pt x="0" y="1586042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70119" cy="160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53828" y="3074617"/>
            <a:ext cx="7480295" cy="6022003"/>
            <a:chOff x="0" y="0"/>
            <a:chExt cx="1970119" cy="1586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0119" cy="1586042"/>
            </a:xfrm>
            <a:custGeom>
              <a:avLst/>
              <a:gdLst/>
              <a:ahLst/>
              <a:cxnLst/>
              <a:rect r="r" b="b" t="t" l="l"/>
              <a:pathLst>
                <a:path h="1586042" w="1970119">
                  <a:moveTo>
                    <a:pt x="0" y="0"/>
                  </a:moveTo>
                  <a:lnTo>
                    <a:pt x="1970119" y="0"/>
                  </a:lnTo>
                  <a:lnTo>
                    <a:pt x="1970119" y="1586042"/>
                  </a:lnTo>
                  <a:lnTo>
                    <a:pt x="0" y="1586042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70119" cy="160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3877" y="1336672"/>
            <a:ext cx="10128823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Recommendations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998573" y="3518952"/>
            <a:ext cx="6710950" cy="2404265"/>
            <a:chOff x="0" y="0"/>
            <a:chExt cx="749401" cy="268480"/>
          </a:xfrm>
        </p:grpSpPr>
      </p:grpSp>
      <p:grpSp>
        <p:nvGrpSpPr>
          <p:cNvPr name="Group 11" id="11"/>
          <p:cNvGrpSpPr/>
          <p:nvPr/>
        </p:nvGrpSpPr>
        <p:grpSpPr>
          <a:xfrm rot="0">
            <a:off x="9698524" y="3518952"/>
            <a:ext cx="6710950" cy="2404265"/>
            <a:chOff x="0" y="0"/>
            <a:chExt cx="749401" cy="268480"/>
          </a:xfrm>
        </p:grpSpPr>
      </p:grpSp>
      <p:sp>
        <p:nvSpPr>
          <p:cNvPr name="TextBox 13" id="13"/>
          <p:cNvSpPr txBox="true"/>
          <p:nvPr/>
        </p:nvSpPr>
        <p:spPr>
          <a:xfrm rot="0">
            <a:off x="5294024" y="6340012"/>
            <a:ext cx="3415499" cy="222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Lor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em ipsum dolor sit amet, consecte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tu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r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adipiscing elit. In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teger aliquam,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odio in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ur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us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lobo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r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tis, lectus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metus faucibus m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i,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v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ta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curs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qu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a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m ipsum at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aug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e.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Pellentesque lobortis commodo fermentum.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93976" y="6340012"/>
            <a:ext cx="3415499" cy="222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Lor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em ipsum dolor sit amet, consecte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tu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r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adipiscing elit. In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teger aliquam,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odio in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ur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us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lobo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r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tis, lectus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metus faucibus m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i,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v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ta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curs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qu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a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m ipsum at 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aug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u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e.</a:t>
            </a:r>
            <a:r>
              <a:rPr lang="en-US" sz="1800" spc="-36" strike="noStrike" u="none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Pellentesque lobortis commodo fermentum.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98573" y="6428594"/>
            <a:ext cx="2871491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600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Best Outcome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98524" y="6428594"/>
            <a:ext cx="2871491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600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Our Best Solution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3877" y="1336672"/>
            <a:ext cx="10128823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200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92352" y="2701325"/>
            <a:ext cx="15103297" cy="6395294"/>
            <a:chOff x="0" y="0"/>
            <a:chExt cx="3977823" cy="1684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77823" cy="1684357"/>
            </a:xfrm>
            <a:custGeom>
              <a:avLst/>
              <a:gdLst/>
              <a:ahLst/>
              <a:cxnLst/>
              <a:rect r="r" b="b" t="t" l="l"/>
              <a:pathLst>
                <a:path h="1684357" w="3977823">
                  <a:moveTo>
                    <a:pt x="0" y="0"/>
                  </a:moveTo>
                  <a:lnTo>
                    <a:pt x="3977823" y="0"/>
                  </a:lnTo>
                  <a:lnTo>
                    <a:pt x="3977823" y="1684357"/>
                  </a:lnTo>
                  <a:lnTo>
                    <a:pt x="0" y="1684357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977823" cy="1703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56447" y="3889013"/>
            <a:ext cx="10399799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Sed et erat n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on purus fermentum volutpat. Nulla accumsan dictum leo, quis aliquam nibh lobortis eu. Nam non faucibus leo. Vestibulum ante i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ps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um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pr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mis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in faucibus or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56447" y="5794812"/>
            <a:ext cx="10399799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Integer aliquam, odio in cursus lobortis, lectus metus faucibus mi, vitae cursus quam ipsum at augue. Pellentesque lobortis c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ommodo fermentum.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56447" y="3350436"/>
            <a:ext cx="4839724" cy="4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Hypotheses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3292" y="3401968"/>
            <a:ext cx="1711599" cy="116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891"/>
              </a:lnSpc>
              <a:spcBef>
                <a:spcPct val="0"/>
              </a:spcBef>
            </a:pPr>
            <a:r>
              <a:rPr lang="en-US" b="true" sz="789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</a:t>
            </a:r>
            <a:r>
              <a:rPr lang="en-US" b="true" sz="7891" strike="noStrike" u="none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56447" y="5256236"/>
            <a:ext cx="4839724" cy="4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Research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3292" y="5360472"/>
            <a:ext cx="1711599" cy="116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891"/>
              </a:lnSpc>
              <a:spcBef>
                <a:spcPct val="0"/>
              </a:spcBef>
            </a:pPr>
            <a:r>
              <a:rPr lang="en-US" b="true" sz="789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6447" y="7700612"/>
            <a:ext cx="10399799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pc="-39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ed et erat non purus fermentum volutpat. Nulla accumsan dictum leo, quis aliquam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n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bh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lobortis eu. Nam non faucibus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l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eo. Vestibulum ante ips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um primis in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 faucibus 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orc</a:t>
            </a:r>
            <a:r>
              <a:rPr lang="en-US" sz="1999" spc="-39" strike="noStrike" u="none">
                <a:solidFill>
                  <a:srgbClr val="2A2E30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56447" y="7162036"/>
            <a:ext cx="4839724" cy="44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3292" y="7266272"/>
            <a:ext cx="1711599" cy="116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891"/>
              </a:lnSpc>
              <a:spcBef>
                <a:spcPct val="0"/>
              </a:spcBef>
            </a:pPr>
            <a:r>
              <a:rPr lang="en-US" b="true" sz="789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02355" y="8510893"/>
            <a:ext cx="845708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10"/>
              </a:lnSpc>
            </a:pPr>
            <a:r>
              <a:rPr lang="en-US" b="true" sz="2100">
                <a:solidFill>
                  <a:srgbClr val="0B13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Written by Samira hadid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2355" y="8926830"/>
            <a:ext cx="845708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10"/>
              </a:lnSpc>
            </a:pPr>
            <a:r>
              <a:rPr lang="en-US" sz="2100">
                <a:solidFill>
                  <a:srgbClr val="0B1320"/>
                </a:solidFill>
                <a:latin typeface="Codec Pro"/>
                <a:ea typeface="Codec Pro"/>
                <a:cs typeface="Codec Pro"/>
                <a:sym typeface="Codec Pro"/>
              </a:rPr>
              <a:t>Student ID: 1234567890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2355" y="5657755"/>
            <a:ext cx="9577314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 b="true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1784271">
            <a:off x="8053774" y="-6094734"/>
            <a:ext cx="13130649" cy="14050305"/>
          </a:xfrm>
          <a:custGeom>
            <a:avLst/>
            <a:gdLst/>
            <a:ahLst/>
            <a:cxnLst/>
            <a:rect r="r" b="b" t="t" l="l"/>
            <a:pathLst>
              <a:path h="14050305" w="13130649">
                <a:moveTo>
                  <a:pt x="13130649" y="0"/>
                </a:moveTo>
                <a:lnTo>
                  <a:pt x="0" y="0"/>
                </a:lnTo>
                <a:lnTo>
                  <a:pt x="0" y="14050305"/>
                </a:lnTo>
                <a:lnTo>
                  <a:pt x="13130649" y="14050305"/>
                </a:lnTo>
                <a:lnTo>
                  <a:pt x="1313064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60798" y="1246461"/>
            <a:ext cx="2484104" cy="758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800" b="true">
                <a:solidFill>
                  <a:srgbClr val="0B13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Borcelle University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02355" y="1236936"/>
            <a:ext cx="719290" cy="719290"/>
          </a:xfrm>
          <a:custGeom>
            <a:avLst/>
            <a:gdLst/>
            <a:ahLst/>
            <a:cxnLst/>
            <a:rect r="r" b="b" t="t" l="l"/>
            <a:pathLst>
              <a:path h="719290" w="719290">
                <a:moveTo>
                  <a:pt x="0" y="0"/>
                </a:moveTo>
                <a:lnTo>
                  <a:pt x="719290" y="0"/>
                </a:lnTo>
                <a:lnTo>
                  <a:pt x="719290" y="719290"/>
                </a:lnTo>
                <a:lnTo>
                  <a:pt x="0" y="7192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DAHX-Ot-Ws8</dc:identifier>
  <dcterms:modified xsi:type="dcterms:W3CDTF">2011-08-01T06:04:30Z</dcterms:modified>
  <cp:revision>1</cp:revision>
  <dc:title>Red and White Minimalist Thesis Defense Presentation</dc:title>
</cp:coreProperties>
</file>