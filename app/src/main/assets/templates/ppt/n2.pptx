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on" charset="1" panose="00000500000000000000"/>
      <p:regular r:id="rId18"/>
    </p:embeddedFont>
    <p:embeddedFont>
      <p:font typeface="Codec Pro Bold" charset="1" panose="00000600000000000000"/>
      <p:regular r:id="rId19"/>
    </p:embeddedFont>
    <p:embeddedFont>
      <p:font typeface="Codec Pro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4" Type="http://schemas.openxmlformats.org/officeDocument/2006/relationships/image" Target="../media/image21.png"/><Relationship Id="rId5" Type="http://schemas.openxmlformats.org/officeDocument/2006/relationships/image" Target="../media/image22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28.png"/><Relationship Id="rId7" Type="http://schemas.openxmlformats.org/officeDocument/2006/relationships/image" Target="../media/image29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4" Type="http://schemas.openxmlformats.org/officeDocument/2006/relationships/image" Target="../media/image23.png"/><Relationship Id="rId5" Type="http://schemas.openxmlformats.org/officeDocument/2006/relationships/image" Target="../media/image2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1930" y="-1424914"/>
            <a:ext cx="8483403" cy="11741734"/>
          </a:xfrm>
          <a:custGeom>
            <a:avLst/>
            <a:gdLst/>
            <a:ahLst/>
            <a:cxnLst/>
            <a:rect r="r" b="b" t="t" l="l"/>
            <a:pathLst>
              <a:path h="11741734" w="8483403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6801662"/>
            <a:ext cx="909742" cy="952610"/>
          </a:xfrm>
          <a:custGeom>
            <a:avLst/>
            <a:gdLst/>
            <a:ahLst/>
            <a:cxnLst/>
            <a:rect r="r" b="b" t="t" l="l"/>
            <a:pathLst>
              <a:path h="952610" w="909742">
                <a:moveTo>
                  <a:pt x="0" y="0"/>
                </a:moveTo>
                <a:lnTo>
                  <a:pt x="909742" y="0"/>
                </a:lnTo>
                <a:lnTo>
                  <a:pt x="909742" y="952609"/>
                </a:lnTo>
                <a:lnTo>
                  <a:pt x="0" y="952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69812" y="1257300"/>
            <a:ext cx="10889488" cy="452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10"/>
              </a:lnSpc>
            </a:pPr>
            <a:r>
              <a:rPr lang="en-US" sz="16676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THESIS DEFENSE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48298" y="5661220"/>
            <a:ext cx="8611002" cy="65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8"/>
              </a:lnSpc>
            </a:pPr>
            <a:r>
              <a:rPr lang="en-US" b="true" sz="3534" spc="367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PRESENTATION BY AARON LOEB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0892" y="6977851"/>
            <a:ext cx="3062439" cy="75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b="true" sz="275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LARANA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96861" y="7152102"/>
            <a:ext cx="3062439" cy="41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b="true" sz="275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JUNE 2030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080885" y="0"/>
            <a:ext cx="6207115" cy="4114800"/>
          </a:xfrm>
          <a:custGeom>
            <a:avLst/>
            <a:gdLst/>
            <a:ahLst/>
            <a:cxnLst/>
            <a:rect r="r" b="b" t="t" l="l"/>
            <a:pathLst>
              <a:path h="4114800" w="6207115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568750" y="3173446"/>
            <a:ext cx="5246370" cy="6084854"/>
            <a:chOff x="0" y="0"/>
            <a:chExt cx="812800" cy="942703"/>
          </a:xfrm>
        </p:grpSpPr>
      </p:grpSp>
      <p:sp>
        <p:nvSpPr>
          <p:cNvPr name="Freeform 6" id="6"/>
          <p:cNvSpPr/>
          <p:nvPr/>
        </p:nvSpPr>
        <p:spPr>
          <a:xfrm flipH="false" flipV="false" rot="0">
            <a:off x="105098" y="925830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4335" y="1914126"/>
            <a:ext cx="5945962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ABSTRACT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4335" y="3516527"/>
            <a:ext cx="8094415" cy="292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4335" y="6781066"/>
            <a:ext cx="8094415" cy="210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46435" y="1336714"/>
            <a:ext cx="5412865" cy="7203997"/>
            <a:chOff x="0" y="0"/>
            <a:chExt cx="708319" cy="942703"/>
          </a:xfrm>
        </p:grpSpPr>
      </p:grpSp>
      <p:sp>
        <p:nvSpPr>
          <p:cNvPr name="Freeform 5" id="5"/>
          <p:cNvSpPr/>
          <p:nvPr/>
        </p:nvSpPr>
        <p:spPr>
          <a:xfrm flipH="false" flipV="false" rot="0">
            <a:off x="-62926" y="7594147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213477" y="0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6826" y="6208407"/>
            <a:ext cx="10139241" cy="2828630"/>
            <a:chOff x="0" y="0"/>
            <a:chExt cx="2670417" cy="7449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70417" cy="744989"/>
            </a:xfrm>
            <a:custGeom>
              <a:avLst/>
              <a:gdLst/>
              <a:ahLst/>
              <a:cxnLst/>
              <a:rect r="r" b="b" t="t" l="l"/>
              <a:pathLst>
                <a:path h="744989" w="2670417">
                  <a:moveTo>
                    <a:pt x="19089" y="0"/>
                  </a:moveTo>
                  <a:lnTo>
                    <a:pt x="2651328" y="0"/>
                  </a:lnTo>
                  <a:cubicBezTo>
                    <a:pt x="2656391" y="0"/>
                    <a:pt x="2661246" y="2011"/>
                    <a:pt x="2664826" y="5591"/>
                  </a:cubicBezTo>
                  <a:cubicBezTo>
                    <a:pt x="2668406" y="9171"/>
                    <a:pt x="2670417" y="14026"/>
                    <a:pt x="2670417" y="19089"/>
                  </a:cubicBezTo>
                  <a:lnTo>
                    <a:pt x="2670417" y="725900"/>
                  </a:lnTo>
                  <a:cubicBezTo>
                    <a:pt x="2670417" y="730963"/>
                    <a:pt x="2668406" y="735818"/>
                    <a:pt x="2664826" y="739398"/>
                  </a:cubicBezTo>
                  <a:cubicBezTo>
                    <a:pt x="2661246" y="742978"/>
                    <a:pt x="2656391" y="744989"/>
                    <a:pt x="2651328" y="744989"/>
                  </a:cubicBezTo>
                  <a:lnTo>
                    <a:pt x="19089" y="744989"/>
                  </a:lnTo>
                  <a:cubicBezTo>
                    <a:pt x="14026" y="744989"/>
                    <a:pt x="9171" y="742978"/>
                    <a:pt x="5591" y="739398"/>
                  </a:cubicBezTo>
                  <a:cubicBezTo>
                    <a:pt x="2011" y="735818"/>
                    <a:pt x="0" y="730963"/>
                    <a:pt x="0" y="725900"/>
                  </a:cubicBezTo>
                  <a:lnTo>
                    <a:pt x="0" y="19089"/>
                  </a:lnTo>
                  <a:cubicBezTo>
                    <a:pt x="0" y="14026"/>
                    <a:pt x="2011" y="9171"/>
                    <a:pt x="5591" y="5591"/>
                  </a:cubicBezTo>
                  <a:cubicBezTo>
                    <a:pt x="9171" y="2011"/>
                    <a:pt x="14026" y="0"/>
                    <a:pt x="19089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70417" cy="783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65173" y="6463729"/>
            <a:ext cx="692481" cy="692481"/>
          </a:xfrm>
          <a:custGeom>
            <a:avLst/>
            <a:gdLst/>
            <a:ahLst/>
            <a:cxnLst/>
            <a:rect r="r" b="b" t="t" l="l"/>
            <a:pathLst>
              <a:path h="692481" w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4335" y="3658868"/>
            <a:ext cx="10026122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4335" y="1914126"/>
            <a:ext cx="7669665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INTRODUCTION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7654" y="6455130"/>
            <a:ext cx="7929607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b="true" sz="3399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Research Purposes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7654" y="6983099"/>
            <a:ext cx="8920367" cy="169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3331" y="3328306"/>
            <a:ext cx="5595996" cy="5929994"/>
            <a:chOff x="0" y="0"/>
            <a:chExt cx="1473843" cy="15618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3843" cy="1561809"/>
            </a:xfrm>
            <a:custGeom>
              <a:avLst/>
              <a:gdLst/>
              <a:ahLst/>
              <a:cxnLst/>
              <a:rect r="r" b="b" t="t" l="l"/>
              <a:pathLst>
                <a:path h="1561809" w="1473843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46002" y="3328306"/>
            <a:ext cx="5595996" cy="5929994"/>
            <a:chOff x="0" y="0"/>
            <a:chExt cx="1473843" cy="15618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3843" cy="1561809"/>
            </a:xfrm>
            <a:custGeom>
              <a:avLst/>
              <a:gdLst/>
              <a:ahLst/>
              <a:cxnLst/>
              <a:rect r="r" b="b" t="t" l="l"/>
              <a:pathLst>
                <a:path h="1561809" w="1473843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08673" y="3328306"/>
            <a:ext cx="5595996" cy="5929994"/>
            <a:chOff x="0" y="0"/>
            <a:chExt cx="1473843" cy="15618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3843" cy="1561809"/>
            </a:xfrm>
            <a:custGeom>
              <a:avLst/>
              <a:gdLst/>
              <a:ahLst/>
              <a:cxnLst/>
              <a:rect r="r" b="b" t="t" l="l"/>
              <a:pathLst>
                <a:path h="1561809" w="1473843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1527222"/>
                  </a:lnTo>
                  <a:cubicBezTo>
                    <a:pt x="1473843" y="1546324"/>
                    <a:pt x="1458357" y="1561809"/>
                    <a:pt x="1439256" y="1561809"/>
                  </a:cubicBezTo>
                  <a:lnTo>
                    <a:pt x="34587" y="1561809"/>
                  </a:lnTo>
                  <a:cubicBezTo>
                    <a:pt x="15485" y="1561809"/>
                    <a:pt x="0" y="1546324"/>
                    <a:pt x="0" y="1527222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73843" cy="1599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61626" y="8939784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637548"/>
            <a:ext cx="16230600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RESEARCH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706303"/>
            <a:ext cx="4888424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1.Knowledge Gap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3651" y="4650005"/>
            <a:ext cx="4135357" cy="415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85349" y="3706303"/>
            <a:ext cx="5341374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2. Practical Challenge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76322" y="4650005"/>
            <a:ext cx="4135357" cy="415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1548" y="3706304"/>
            <a:ext cx="5299888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3. Theoritical Debate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8993" y="4650005"/>
            <a:ext cx="4135357" cy="415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Freeform 20" id="20"/>
          <p:cNvSpPr/>
          <p:nvPr/>
        </p:nvSpPr>
        <p:spPr>
          <a:xfrm flipH="true" flipV="true" rot="0">
            <a:off x="11149071" y="0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6826" y="4371140"/>
            <a:ext cx="7186902" cy="4610164"/>
            <a:chOff x="0" y="0"/>
            <a:chExt cx="1892847" cy="1214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2846" cy="1214200"/>
            </a:xfrm>
            <a:custGeom>
              <a:avLst/>
              <a:gdLst/>
              <a:ahLst/>
              <a:cxnLst/>
              <a:rect r="r" b="b" t="t" l="l"/>
              <a:pathLst>
                <a:path h="1214200" w="1892846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1187269"/>
                  </a:lnTo>
                  <a:cubicBezTo>
                    <a:pt x="1892846" y="1194411"/>
                    <a:pt x="1890009" y="1201261"/>
                    <a:pt x="1884959" y="1206312"/>
                  </a:cubicBezTo>
                  <a:cubicBezTo>
                    <a:pt x="1879908" y="1211362"/>
                    <a:pt x="1873058" y="1214200"/>
                    <a:pt x="1865916" y="1214200"/>
                  </a:cubicBezTo>
                  <a:lnTo>
                    <a:pt x="26931" y="1214200"/>
                  </a:lnTo>
                  <a:cubicBezTo>
                    <a:pt x="19788" y="1214200"/>
                    <a:pt x="12938" y="1211362"/>
                    <a:pt x="7888" y="1206312"/>
                  </a:cubicBezTo>
                  <a:cubicBezTo>
                    <a:pt x="2837" y="1201261"/>
                    <a:pt x="0" y="1194411"/>
                    <a:pt x="0" y="1187269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92847" cy="125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4371140"/>
            <a:ext cx="7186902" cy="4610164"/>
            <a:chOff x="0" y="0"/>
            <a:chExt cx="1892847" cy="121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2846" cy="1214200"/>
            </a:xfrm>
            <a:custGeom>
              <a:avLst/>
              <a:gdLst/>
              <a:ahLst/>
              <a:cxnLst/>
              <a:rect r="r" b="b" t="t" l="l"/>
              <a:pathLst>
                <a:path h="1214200" w="1892846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1187269"/>
                  </a:lnTo>
                  <a:cubicBezTo>
                    <a:pt x="1892846" y="1194411"/>
                    <a:pt x="1890009" y="1201261"/>
                    <a:pt x="1884959" y="1206312"/>
                  </a:cubicBezTo>
                  <a:cubicBezTo>
                    <a:pt x="1879908" y="1211362"/>
                    <a:pt x="1873058" y="1214200"/>
                    <a:pt x="1865916" y="1214200"/>
                  </a:cubicBezTo>
                  <a:lnTo>
                    <a:pt x="26931" y="1214200"/>
                  </a:lnTo>
                  <a:cubicBezTo>
                    <a:pt x="19788" y="1214200"/>
                    <a:pt x="12938" y="1211362"/>
                    <a:pt x="7888" y="1206312"/>
                  </a:cubicBezTo>
                  <a:cubicBezTo>
                    <a:pt x="2837" y="1201261"/>
                    <a:pt x="0" y="1194411"/>
                    <a:pt x="0" y="1187269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92847" cy="125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71122" y="7908442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74335" y="3125821"/>
            <a:ext cx="15355189" cy="87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4335" y="1885551"/>
            <a:ext cx="11447053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LITERARY 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4413" y="4749641"/>
            <a:ext cx="6325115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4413" y="5396378"/>
            <a:ext cx="657183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5468" y="4749641"/>
            <a:ext cx="6343673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b="true" sz="3399" spc="16">
                <a:solidFill>
                  <a:srgbClr val="093F6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35468" y="5396378"/>
            <a:ext cx="657183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93F6D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Freeform 16" id="16"/>
          <p:cNvSpPr/>
          <p:nvPr/>
        </p:nvSpPr>
        <p:spPr>
          <a:xfrm flipH="true" flipV="true" rot="0">
            <a:off x="14085445" y="-528284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6826" y="5320252"/>
            <a:ext cx="7186902" cy="3661052"/>
            <a:chOff x="0" y="0"/>
            <a:chExt cx="1892847" cy="964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2846" cy="964228"/>
            </a:xfrm>
            <a:custGeom>
              <a:avLst/>
              <a:gdLst/>
              <a:ahLst/>
              <a:cxnLst/>
              <a:rect r="r" b="b" t="t" l="l"/>
              <a:pathLst>
                <a:path h="964228" w="1892846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5320252"/>
            <a:ext cx="7186902" cy="3661052"/>
            <a:chOff x="0" y="0"/>
            <a:chExt cx="1892847" cy="964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2846" cy="964228"/>
            </a:xfrm>
            <a:custGeom>
              <a:avLst/>
              <a:gdLst/>
              <a:ahLst/>
              <a:cxnLst/>
              <a:rect r="r" b="b" t="t" l="l"/>
              <a:pathLst>
                <a:path h="964228" w="1892846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1432026"/>
            <a:ext cx="7623832" cy="3796284"/>
            <a:chOff x="0" y="0"/>
            <a:chExt cx="1181131" cy="588144"/>
          </a:xfrm>
        </p:grpSpPr>
      </p:grpSp>
      <p:sp>
        <p:nvSpPr>
          <p:cNvPr name="Freeform 11" id="11"/>
          <p:cNvSpPr/>
          <p:nvPr/>
        </p:nvSpPr>
        <p:spPr>
          <a:xfrm flipH="false" flipV="false" rot="0">
            <a:off x="-487700" y="7120890"/>
            <a:ext cx="3849053" cy="4114800"/>
          </a:xfrm>
          <a:custGeom>
            <a:avLst/>
            <a:gdLst/>
            <a:ahLst/>
            <a:cxnLst/>
            <a:rect r="r" b="b" t="t" l="l"/>
            <a:pathLst>
              <a:path h="4114800" w="3849053">
                <a:moveTo>
                  <a:pt x="0" y="0"/>
                </a:moveTo>
                <a:lnTo>
                  <a:pt x="3849052" y="0"/>
                </a:lnTo>
                <a:lnTo>
                  <a:pt x="38490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72800" y="0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6826" y="2992655"/>
            <a:ext cx="7149392" cy="210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6826" y="1555851"/>
            <a:ext cx="7598851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METHODOLOGY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4413" y="5559266"/>
            <a:ext cx="6089091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4413" y="6082252"/>
            <a:ext cx="657183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5468" y="5559266"/>
            <a:ext cx="6695433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b="true" sz="3399" spc="16">
                <a:solidFill>
                  <a:srgbClr val="093F6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Literary Review - 2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5468" y="6082252"/>
            <a:ext cx="657183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93F6D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36714"/>
            <a:ext cx="5412865" cy="7203997"/>
            <a:chOff x="0" y="0"/>
            <a:chExt cx="708319" cy="942703"/>
          </a:xfrm>
        </p:grpSpPr>
      </p:grpSp>
      <p:grpSp>
        <p:nvGrpSpPr>
          <p:cNvPr name="Group 5" id="5"/>
          <p:cNvGrpSpPr/>
          <p:nvPr/>
        </p:nvGrpSpPr>
        <p:grpSpPr>
          <a:xfrm rot="0">
            <a:off x="7040274" y="4938712"/>
            <a:ext cx="10139241" cy="3948032"/>
            <a:chOff x="0" y="0"/>
            <a:chExt cx="2670417" cy="1039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70417" cy="1039811"/>
            </a:xfrm>
            <a:custGeom>
              <a:avLst/>
              <a:gdLst/>
              <a:ahLst/>
              <a:cxnLst/>
              <a:rect r="r" b="b" t="t" l="l"/>
              <a:pathLst>
                <a:path h="1039811" w="2670417">
                  <a:moveTo>
                    <a:pt x="19089" y="0"/>
                  </a:moveTo>
                  <a:lnTo>
                    <a:pt x="2651328" y="0"/>
                  </a:lnTo>
                  <a:cubicBezTo>
                    <a:pt x="2656391" y="0"/>
                    <a:pt x="2661246" y="2011"/>
                    <a:pt x="2664826" y="5591"/>
                  </a:cubicBezTo>
                  <a:cubicBezTo>
                    <a:pt x="2668406" y="9171"/>
                    <a:pt x="2670417" y="14026"/>
                    <a:pt x="2670417" y="19089"/>
                  </a:cubicBezTo>
                  <a:lnTo>
                    <a:pt x="2670417" y="1020722"/>
                  </a:lnTo>
                  <a:cubicBezTo>
                    <a:pt x="2670417" y="1025785"/>
                    <a:pt x="2668406" y="1030640"/>
                    <a:pt x="2664826" y="1034220"/>
                  </a:cubicBezTo>
                  <a:cubicBezTo>
                    <a:pt x="2661246" y="1037800"/>
                    <a:pt x="2656391" y="1039811"/>
                    <a:pt x="2651328" y="1039811"/>
                  </a:cubicBezTo>
                  <a:lnTo>
                    <a:pt x="19089" y="1039811"/>
                  </a:lnTo>
                  <a:cubicBezTo>
                    <a:pt x="14026" y="1039811"/>
                    <a:pt x="9171" y="1037800"/>
                    <a:pt x="5591" y="1034220"/>
                  </a:cubicBezTo>
                  <a:cubicBezTo>
                    <a:pt x="2011" y="1030640"/>
                    <a:pt x="0" y="1025785"/>
                    <a:pt x="0" y="1020722"/>
                  </a:cubicBezTo>
                  <a:lnTo>
                    <a:pt x="0" y="19089"/>
                  </a:lnTo>
                  <a:cubicBezTo>
                    <a:pt x="0" y="14026"/>
                    <a:pt x="2011" y="9171"/>
                    <a:pt x="5591" y="5591"/>
                  </a:cubicBezTo>
                  <a:cubicBezTo>
                    <a:pt x="9171" y="2011"/>
                    <a:pt x="14026" y="0"/>
                    <a:pt x="19089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70417" cy="1077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412452" y="5462272"/>
            <a:ext cx="832443" cy="817876"/>
          </a:xfrm>
          <a:custGeom>
            <a:avLst/>
            <a:gdLst/>
            <a:ahLst/>
            <a:cxnLst/>
            <a:rect r="r" b="b" t="t" l="l"/>
            <a:pathLst>
              <a:path h="817876" w="832443">
                <a:moveTo>
                  <a:pt x="0" y="0"/>
                </a:moveTo>
                <a:lnTo>
                  <a:pt x="832443" y="0"/>
                </a:lnTo>
                <a:lnTo>
                  <a:pt x="832443" y="817876"/>
                </a:lnTo>
                <a:lnTo>
                  <a:pt x="0" y="817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5368" y="4832389"/>
            <a:ext cx="3820500" cy="5454611"/>
          </a:xfrm>
          <a:custGeom>
            <a:avLst/>
            <a:gdLst/>
            <a:ahLst/>
            <a:cxnLst/>
            <a:rect r="r" b="b" t="t" l="l"/>
            <a:pathLst>
              <a:path h="5454611" w="3820500">
                <a:moveTo>
                  <a:pt x="0" y="0"/>
                </a:moveTo>
                <a:lnTo>
                  <a:pt x="3820501" y="0"/>
                </a:lnTo>
                <a:lnTo>
                  <a:pt x="3820501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731295" y="9447807"/>
            <a:ext cx="4556705" cy="839193"/>
          </a:xfrm>
          <a:custGeom>
            <a:avLst/>
            <a:gdLst/>
            <a:ahLst/>
            <a:cxnLst/>
            <a:rect r="r" b="b" t="t" l="l"/>
            <a:pathLst>
              <a:path h="839193" w="4556705">
                <a:moveTo>
                  <a:pt x="4556705" y="0"/>
                </a:moveTo>
                <a:lnTo>
                  <a:pt x="0" y="0"/>
                </a:lnTo>
                <a:lnTo>
                  <a:pt x="0" y="839193"/>
                </a:lnTo>
                <a:lnTo>
                  <a:pt x="4556705" y="839193"/>
                </a:lnTo>
                <a:lnTo>
                  <a:pt x="455670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92689" y="2672234"/>
            <a:ext cx="10026122" cy="169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92689" y="1460539"/>
            <a:ext cx="7669665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RESULT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68082" y="5461735"/>
            <a:ext cx="6657285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Signifikan Trends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68082" y="6041334"/>
            <a:ext cx="7878475" cy="210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3731" y="1336714"/>
            <a:ext cx="6285569" cy="4557857"/>
            <a:chOff x="0" y="0"/>
            <a:chExt cx="822519" cy="596434"/>
          </a:xfrm>
        </p:grpSpPr>
      </p:grpSp>
      <p:sp>
        <p:nvSpPr>
          <p:cNvPr name="TextBox 5" id="5"/>
          <p:cNvSpPr txBox="true"/>
          <p:nvPr/>
        </p:nvSpPr>
        <p:spPr>
          <a:xfrm rot="0">
            <a:off x="1474335" y="3382507"/>
            <a:ext cx="890449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4335" y="1914126"/>
            <a:ext cx="7669665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FINDINGS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2763" y="6208407"/>
            <a:ext cx="15822474" cy="2941164"/>
            <a:chOff x="0" y="0"/>
            <a:chExt cx="4167236" cy="7746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67236" cy="774628"/>
            </a:xfrm>
            <a:custGeom>
              <a:avLst/>
              <a:gdLst/>
              <a:ahLst/>
              <a:cxnLst/>
              <a:rect r="r" b="b" t="t" l="l"/>
              <a:pathLst>
                <a:path h="774628" w="4167236">
                  <a:moveTo>
                    <a:pt x="12232" y="0"/>
                  </a:moveTo>
                  <a:lnTo>
                    <a:pt x="4155003" y="0"/>
                  </a:lnTo>
                  <a:cubicBezTo>
                    <a:pt x="4158248" y="0"/>
                    <a:pt x="4161359" y="1289"/>
                    <a:pt x="4163653" y="3583"/>
                  </a:cubicBezTo>
                  <a:cubicBezTo>
                    <a:pt x="4165947" y="5877"/>
                    <a:pt x="4167236" y="8988"/>
                    <a:pt x="4167236" y="12232"/>
                  </a:cubicBezTo>
                  <a:lnTo>
                    <a:pt x="4167236" y="762395"/>
                  </a:lnTo>
                  <a:cubicBezTo>
                    <a:pt x="4167236" y="765639"/>
                    <a:pt x="4165947" y="768751"/>
                    <a:pt x="4163653" y="771045"/>
                  </a:cubicBezTo>
                  <a:cubicBezTo>
                    <a:pt x="4161359" y="773339"/>
                    <a:pt x="4158248" y="774628"/>
                    <a:pt x="4155003" y="774628"/>
                  </a:cubicBezTo>
                  <a:lnTo>
                    <a:pt x="12232" y="774628"/>
                  </a:lnTo>
                  <a:cubicBezTo>
                    <a:pt x="8988" y="774628"/>
                    <a:pt x="5877" y="773339"/>
                    <a:pt x="3583" y="771045"/>
                  </a:cubicBezTo>
                  <a:cubicBezTo>
                    <a:pt x="1289" y="768751"/>
                    <a:pt x="0" y="765639"/>
                    <a:pt x="0" y="762395"/>
                  </a:cubicBezTo>
                  <a:lnTo>
                    <a:pt x="0" y="12232"/>
                  </a:lnTo>
                  <a:cubicBezTo>
                    <a:pt x="0" y="8988"/>
                    <a:pt x="1289" y="5877"/>
                    <a:pt x="3583" y="3583"/>
                  </a:cubicBezTo>
                  <a:cubicBezTo>
                    <a:pt x="5877" y="1289"/>
                    <a:pt x="8988" y="0"/>
                    <a:pt x="12232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67236" cy="812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971702" y="6406579"/>
            <a:ext cx="5936470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</a:pPr>
            <a:r>
              <a:rPr lang="en-US" b="true" sz="3399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Unexpected Finding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6999" y="7186740"/>
            <a:ext cx="14385877" cy="12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125200" y="152400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8727254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7315200" y="1792224"/>
                </a:moveTo>
                <a:lnTo>
                  <a:pt x="0" y="17922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7922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6826" y="5320252"/>
            <a:ext cx="7186902" cy="3661052"/>
            <a:chOff x="0" y="0"/>
            <a:chExt cx="1892847" cy="964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2846" cy="964228"/>
            </a:xfrm>
            <a:custGeom>
              <a:avLst/>
              <a:gdLst/>
              <a:ahLst/>
              <a:cxnLst/>
              <a:rect r="r" b="b" t="t" l="l"/>
              <a:pathLst>
                <a:path h="964228" w="1892846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5320252"/>
            <a:ext cx="7186902" cy="3661052"/>
            <a:chOff x="0" y="0"/>
            <a:chExt cx="1892847" cy="964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2846" cy="964228"/>
            </a:xfrm>
            <a:custGeom>
              <a:avLst/>
              <a:gdLst/>
              <a:ahLst/>
              <a:cxnLst/>
              <a:rect r="r" b="b" t="t" l="l"/>
              <a:pathLst>
                <a:path h="964228" w="1892846">
                  <a:moveTo>
                    <a:pt x="26931" y="0"/>
                  </a:moveTo>
                  <a:lnTo>
                    <a:pt x="1865916" y="0"/>
                  </a:lnTo>
                  <a:cubicBezTo>
                    <a:pt x="1873058" y="0"/>
                    <a:pt x="1879908" y="2837"/>
                    <a:pt x="1884959" y="7888"/>
                  </a:cubicBezTo>
                  <a:cubicBezTo>
                    <a:pt x="1890009" y="12938"/>
                    <a:pt x="1892846" y="19788"/>
                    <a:pt x="1892846" y="26931"/>
                  </a:cubicBezTo>
                  <a:lnTo>
                    <a:pt x="1892846" y="937297"/>
                  </a:lnTo>
                  <a:cubicBezTo>
                    <a:pt x="1892846" y="944439"/>
                    <a:pt x="1890009" y="951289"/>
                    <a:pt x="1884959" y="956340"/>
                  </a:cubicBezTo>
                  <a:cubicBezTo>
                    <a:pt x="1879908" y="961390"/>
                    <a:pt x="1873058" y="964228"/>
                    <a:pt x="1865916" y="964228"/>
                  </a:cubicBezTo>
                  <a:lnTo>
                    <a:pt x="26931" y="964228"/>
                  </a:lnTo>
                  <a:cubicBezTo>
                    <a:pt x="19788" y="964228"/>
                    <a:pt x="12938" y="961390"/>
                    <a:pt x="7888" y="956340"/>
                  </a:cubicBezTo>
                  <a:cubicBezTo>
                    <a:pt x="2837" y="951289"/>
                    <a:pt x="0" y="944439"/>
                    <a:pt x="0" y="937297"/>
                  </a:cubicBezTo>
                  <a:lnTo>
                    <a:pt x="0" y="26931"/>
                  </a:lnTo>
                  <a:cubicBezTo>
                    <a:pt x="0" y="19788"/>
                    <a:pt x="2837" y="12938"/>
                    <a:pt x="7888" y="7888"/>
                  </a:cubicBezTo>
                  <a:cubicBezTo>
                    <a:pt x="12938" y="2837"/>
                    <a:pt x="19788" y="0"/>
                    <a:pt x="26931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92847" cy="100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8417" y="1347216"/>
            <a:ext cx="7623832" cy="3796284"/>
            <a:chOff x="0" y="0"/>
            <a:chExt cx="1181131" cy="588144"/>
          </a:xfrm>
        </p:grpSpPr>
      </p:grpSp>
      <p:sp>
        <p:nvSpPr>
          <p:cNvPr name="TextBox 11" id="11"/>
          <p:cNvSpPr txBox="true"/>
          <p:nvPr/>
        </p:nvSpPr>
        <p:spPr>
          <a:xfrm rot="0">
            <a:off x="9144000" y="2899144"/>
            <a:ext cx="7894241" cy="169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6252" y="1687449"/>
            <a:ext cx="8950869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DISCUSSION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4413" y="5559266"/>
            <a:ext cx="6089091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Interpretation of Result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4413" y="6082252"/>
            <a:ext cx="657183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35468" y="5559266"/>
            <a:ext cx="6695433" cy="57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6" b="true">
                <a:solidFill>
                  <a:srgbClr val="093F6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Practical implication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35468" y="6082252"/>
            <a:ext cx="6571839" cy="251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93F6D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</a:t>
            </a:r>
          </a:p>
        </p:txBody>
      </p:sp>
      <p:sp>
        <p:nvSpPr>
          <p:cNvPr name="Freeform 17" id="17"/>
          <p:cNvSpPr/>
          <p:nvPr/>
        </p:nvSpPr>
        <p:spPr>
          <a:xfrm flipH="true" flipV="true" rot="0">
            <a:off x="15091664" y="-2196731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8939784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7610" y="6536299"/>
            <a:ext cx="692481" cy="692481"/>
          </a:xfrm>
          <a:custGeom>
            <a:avLst/>
            <a:gdLst/>
            <a:ahLst/>
            <a:cxnLst/>
            <a:rect r="r" b="b" t="t" l="l"/>
            <a:pathLst>
              <a:path h="692481" w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09235" y="3764235"/>
            <a:ext cx="5275870" cy="7532473"/>
          </a:xfrm>
          <a:custGeom>
            <a:avLst/>
            <a:gdLst/>
            <a:ahLst/>
            <a:cxnLst/>
            <a:rect r="r" b="b" t="t" l="l"/>
            <a:pathLst>
              <a:path h="7532473" w="5275870">
                <a:moveTo>
                  <a:pt x="0" y="0"/>
                </a:moveTo>
                <a:lnTo>
                  <a:pt x="5275870" y="0"/>
                </a:lnTo>
                <a:lnTo>
                  <a:pt x="5275870" y="7532473"/>
                </a:lnTo>
                <a:lnTo>
                  <a:pt x="0" y="75324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9859" y="3658868"/>
            <a:ext cx="13708281" cy="169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9168" y="1914126"/>
            <a:ext cx="7669665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9859" y="5837557"/>
            <a:ext cx="13708281" cy="169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4621365" y="0"/>
            <a:ext cx="5275870" cy="7532473"/>
          </a:xfrm>
          <a:custGeom>
            <a:avLst/>
            <a:gdLst/>
            <a:ahLst/>
            <a:cxnLst/>
            <a:rect r="r" b="b" t="t" l="l"/>
            <a:pathLst>
              <a:path h="7532473" w="5275870">
                <a:moveTo>
                  <a:pt x="5275870" y="7532473"/>
                </a:moveTo>
                <a:lnTo>
                  <a:pt x="0" y="7532473"/>
                </a:lnTo>
                <a:lnTo>
                  <a:pt x="0" y="0"/>
                </a:lnTo>
                <a:lnTo>
                  <a:pt x="5275870" y="0"/>
                </a:lnTo>
                <a:lnTo>
                  <a:pt x="5275870" y="753247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1930" y="-1424914"/>
            <a:ext cx="8483403" cy="11741734"/>
          </a:xfrm>
          <a:custGeom>
            <a:avLst/>
            <a:gdLst/>
            <a:ahLst/>
            <a:cxnLst/>
            <a:rect r="r" b="b" t="t" l="l"/>
            <a:pathLst>
              <a:path h="11741734" w="8483403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10598" y="1028700"/>
            <a:ext cx="6132689" cy="41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751" spc="13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WWW.REALLYGREATSITE.COM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210598" y="5615885"/>
            <a:ext cx="909742" cy="952610"/>
          </a:xfrm>
          <a:custGeom>
            <a:avLst/>
            <a:gdLst/>
            <a:ahLst/>
            <a:cxnLst/>
            <a:rect r="r" b="b" t="t" l="l"/>
            <a:pathLst>
              <a:path h="952610" w="909742">
                <a:moveTo>
                  <a:pt x="0" y="0"/>
                </a:moveTo>
                <a:lnTo>
                  <a:pt x="909743" y="0"/>
                </a:lnTo>
                <a:lnTo>
                  <a:pt x="909743" y="952610"/>
                </a:lnTo>
                <a:lnTo>
                  <a:pt x="0" y="952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97368" y="2835080"/>
            <a:ext cx="10889488" cy="230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0"/>
              </a:lnSpc>
            </a:pPr>
            <a:r>
              <a:rPr lang="en-US" sz="16676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THANKYOU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7491" y="5792075"/>
            <a:ext cx="3062439" cy="75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b="true" sz="275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LARANA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63460" y="5966326"/>
            <a:ext cx="3062439" cy="41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b="true" sz="275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JUNE 2030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5244064" y="-2044331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841399" y="8069580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DAHX-FE5Arw</dc:identifier>
  <dcterms:modified xsi:type="dcterms:W3CDTF">2011-08-01T06:04:30Z</dcterms:modified>
  <cp:revision>1</cp:revision>
  <dc:title>Blue White Geometric Modern Thesis Defense Presentation </dc:title>
</cp:coreProperties>
</file>